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7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y="5143500" cx="9144000"/>
  <p:notesSz cx="6858000" cy="9144000"/>
  <p:embeddedFontLst>
    <p:embeddedFont>
      <p:font typeface="IBM Plex Sans"/>
      <p:regular r:id="rId35"/>
      <p:bold r:id="rId36"/>
      <p:italic r:id="rId37"/>
      <p:boldItalic r:id="rId38"/>
    </p:embeddedFont>
    <p:embeddedFont>
      <p:font typeface="Sora SemiBold"/>
      <p:regular r:id="rId39"/>
      <p:bold r:id="rId40"/>
    </p:embeddedFont>
    <p:embeddedFont>
      <p:font typeface="IBM Plex Sans Medium"/>
      <p:regular r:id="rId41"/>
      <p:bold r:id="rId42"/>
      <p:italic r:id="rId43"/>
      <p:boldItalic r:id="rId44"/>
    </p:embeddedFont>
    <p:embeddedFont>
      <p:font typeface="Sora Light"/>
      <p:regular r:id="rId45"/>
      <p:bold r:id="rId46"/>
    </p:embeddedFont>
    <p:embeddedFont>
      <p:font typeface="Sora ExtraLight"/>
      <p:regular r:id="rId47"/>
      <p:bold r:id="rId48"/>
    </p:embeddedFont>
    <p:embeddedFont>
      <p:font typeface="Sora"/>
      <p:regular r:id="rId49"/>
      <p:bold r:id="rId50"/>
    </p:embeddedFont>
    <p:embeddedFont>
      <p:font typeface="Sora Medium"/>
      <p:regular r:id="rId51"/>
      <p:bold r:id="rId52"/>
    </p:embeddedFont>
    <p:embeddedFont>
      <p:font typeface="IBM Plex Sans SemiBold"/>
      <p:regular r:id="rId53"/>
      <p:bold r:id="rId54"/>
      <p:italic r:id="rId55"/>
      <p:boldItalic r:id="rId5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SoraSemiBold-bold.fntdata"/><Relationship Id="rId42" Type="http://schemas.openxmlformats.org/officeDocument/2006/relationships/font" Target="fonts/IBMPlexSansMedium-bold.fntdata"/><Relationship Id="rId41" Type="http://schemas.openxmlformats.org/officeDocument/2006/relationships/font" Target="fonts/IBMPlexSansMedium-regular.fntdata"/><Relationship Id="rId44" Type="http://schemas.openxmlformats.org/officeDocument/2006/relationships/font" Target="fonts/IBMPlexSansMedium-boldItalic.fntdata"/><Relationship Id="rId43" Type="http://schemas.openxmlformats.org/officeDocument/2006/relationships/font" Target="fonts/IBMPlexSansMedium-italic.fntdata"/><Relationship Id="rId46" Type="http://schemas.openxmlformats.org/officeDocument/2006/relationships/font" Target="fonts/SoraLight-bold.fntdata"/><Relationship Id="rId45" Type="http://schemas.openxmlformats.org/officeDocument/2006/relationships/font" Target="fonts/SoraLight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SoraExtraLight-bold.fntdata"/><Relationship Id="rId47" Type="http://schemas.openxmlformats.org/officeDocument/2006/relationships/font" Target="fonts/SoraExtraLight-regular.fntdata"/><Relationship Id="rId49" Type="http://schemas.openxmlformats.org/officeDocument/2006/relationships/font" Target="fonts/Sora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font" Target="fonts/IBMPlexSans-regular.fntdata"/><Relationship Id="rId34" Type="http://schemas.openxmlformats.org/officeDocument/2006/relationships/slide" Target="slides/slide29.xml"/><Relationship Id="rId37" Type="http://schemas.openxmlformats.org/officeDocument/2006/relationships/font" Target="fonts/IBMPlexSans-italic.fntdata"/><Relationship Id="rId36" Type="http://schemas.openxmlformats.org/officeDocument/2006/relationships/font" Target="fonts/IBMPlexSans-bold.fntdata"/><Relationship Id="rId39" Type="http://schemas.openxmlformats.org/officeDocument/2006/relationships/font" Target="fonts/SoraSemiBold-regular.fntdata"/><Relationship Id="rId38" Type="http://schemas.openxmlformats.org/officeDocument/2006/relationships/font" Target="fonts/IBMPlexSans-boldItalic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SoraMedium-regular.fntdata"/><Relationship Id="rId50" Type="http://schemas.openxmlformats.org/officeDocument/2006/relationships/font" Target="fonts/Sora-bold.fntdata"/><Relationship Id="rId53" Type="http://schemas.openxmlformats.org/officeDocument/2006/relationships/font" Target="fonts/IBMPlexSansSemiBold-regular.fntdata"/><Relationship Id="rId52" Type="http://schemas.openxmlformats.org/officeDocument/2006/relationships/font" Target="fonts/SoraMedium-bold.fntdata"/><Relationship Id="rId11" Type="http://schemas.openxmlformats.org/officeDocument/2006/relationships/slide" Target="slides/slide6.xml"/><Relationship Id="rId55" Type="http://schemas.openxmlformats.org/officeDocument/2006/relationships/font" Target="fonts/IBMPlexSansSemiBold-italic.fntdata"/><Relationship Id="rId10" Type="http://schemas.openxmlformats.org/officeDocument/2006/relationships/slide" Target="slides/slide5.xml"/><Relationship Id="rId54" Type="http://schemas.openxmlformats.org/officeDocument/2006/relationships/font" Target="fonts/IBMPlexSansSemiBold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56" Type="http://schemas.openxmlformats.org/officeDocument/2006/relationships/font" Target="fonts/IBMPlexSansSemiBold-bold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g3bcabfb9013_0_8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6" name="Google Shape;886;g3bcabfb9013_0_8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g3bcabfb9013_0_8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3" name="Google Shape;893;g3bcabfb9013_0_8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0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g3bcabfb9013_0_9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2" name="Google Shape;912;g3bcabfb9013_0_9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3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Google Shape;924;g3bcabfb9013_0_9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5" name="Google Shape;925;g3bcabfb9013_0_9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5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g3bcabfb9013_0_9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7" name="Google Shape;947;g3bcabfb9013_0_9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g3bcabfb9013_0_9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5" name="Google Shape;955;g3bcabfb9013_0_9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Google Shape;962;g3bcabfb9013_0_9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3" name="Google Shape;963;g3bcabfb9013_0_9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4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Google Shape;985;g3bcabfb9013_0_9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6" name="Google Shape;986;g3bcabfb9013_0_9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3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g3bcabfb9013_0_9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5" name="Google Shape;1005;g3bcabfb9013_0_9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2" name="Shape 1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" name="Google Shape;1013;g3bcabfb9013_0_10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4" name="Google Shape;1014;g3bcabfb9013_0_10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6" name="Shape 1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Google Shape;1037;g3bcabfb9013_0_10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8" name="Google Shape;1038;g3bcabfb9013_0_10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8" name="Shape 1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" name="Google Shape;1049;g3bcabfb9013_0_10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0" name="Google Shape;1050;g3bcabfb9013_0_10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7" name="Shape 1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" name="Google Shape;1058;g3bcabfb9013_0_10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9" name="Google Shape;1059;g3bcabfb9013_0_10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5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g3bcabfb9013_0_10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7" name="Google Shape;1067;g3bcabfb9013_0_10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9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g3bcabfb9013_0_1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1" name="Google Shape;1131;g3bcabfb9013_0_1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9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Google Shape;1140;g3bcabfb9013_0_1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1" name="Google Shape;1141;g3bcabfb9013_0_1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7" name="Shape 1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8" name="Google Shape;1158;g3bcabfb9013_0_1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9" name="Google Shape;1159;g3bcabfb9013_0_1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2" name="Shape 1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3" name="Google Shape;1183;g3bcabfb9013_0_1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4" name="Google Shape;1184;g3bcabfb9013_0_1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6" name="Shape 1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7" name="Google Shape;1207;g3bcabfb9013_0_11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8" name="Google Shape;1208;g3bcabfb9013_0_1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5" name="Shape 1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6" name="Google Shape;1236;g3bcabfb9013_0_12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7" name="Google Shape;1237;g3bcabfb9013_0_1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8" name="Shape 1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" name="Google Shape;1259;g3bcabfb9013_0_12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0" name="Google Shape;1260;g3bcabfb9013_0_12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1" name="Shape 1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2" name="Google Shape;1282;g3bcabfb9013_0_12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3" name="Google Shape;1283;g3bcabfb9013_0_12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2" name="Shape 1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3" name="Google Shape;1313;g3bcabfb9013_0_12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4" name="Google Shape;1314;g3bcabfb9013_0_12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1" name="Shape 1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" name="Google Shape;1332;g3bcabfb9013_0_13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3" name="Google Shape;1333;g3bcabfb9013_0_13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1" name="Shape 1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" name="Google Shape;1382;g3bcabfb9013_0_13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3" name="Google Shape;1383;g3bcabfb9013_0_13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2" name="Shape 1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" name="Google Shape;1443;g3bcabfb9013_0_14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4" name="Google Shape;1444;g3bcabfb9013_0_14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8" name="Shape 1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9" name="Google Shape;1469;g3bcabfb9013_0_14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0" name="Google Shape;1470;g3bcabfb9013_0_14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5" name="Shape 1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6" name="Google Shape;1486;g3bcabfb9013_0_14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7" name="Google Shape;1487;g3bcabfb9013_0_14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3" name="Shape 1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4" name="Google Shape;1494;g3bcabfb9013_0_14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5" name="Google Shape;1495;g3bcabfb9013_0_14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Alt 2">
  <p:cSld name="BLANK_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130200" y="4291350"/>
            <a:ext cx="4922100" cy="73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11" name="Google Shape;11;p2"/>
          <p:cNvSpPr/>
          <p:nvPr/>
        </p:nvSpPr>
        <p:spPr>
          <a:xfrm rot="-900003">
            <a:off x="2618331" y="-723216"/>
            <a:ext cx="4001240" cy="1687704"/>
          </a:xfrm>
          <a:prstGeom prst="chord">
            <a:avLst>
              <a:gd fmla="val 694140" name="adj1"/>
              <a:gd fmla="val 11948531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2" name="Google Shape;12;p2"/>
          <p:cNvSpPr txBox="1"/>
          <p:nvPr>
            <p:ph idx="2" type="subTitle"/>
          </p:nvPr>
        </p:nvSpPr>
        <p:spPr>
          <a:xfrm>
            <a:off x="138475" y="228600"/>
            <a:ext cx="21645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13" name="Google Shape;13;p2"/>
          <p:cNvSpPr/>
          <p:nvPr/>
        </p:nvSpPr>
        <p:spPr>
          <a:xfrm>
            <a:off x="228600" y="4445350"/>
            <a:ext cx="4823700" cy="21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14" name="Google Shape;14;p2"/>
          <p:cNvGrpSpPr/>
          <p:nvPr/>
        </p:nvGrpSpPr>
        <p:grpSpPr>
          <a:xfrm flipH="1" rot="10800000">
            <a:off x="4395238" y="-11"/>
            <a:ext cx="4748757" cy="2797859"/>
            <a:chOff x="3200875" y="1642950"/>
            <a:chExt cx="5970275" cy="3517550"/>
          </a:xfrm>
        </p:grpSpPr>
        <p:sp>
          <p:nvSpPr>
            <p:cNvPr id="15" name="Google Shape;15;p2"/>
            <p:cNvSpPr/>
            <p:nvPr/>
          </p:nvSpPr>
          <p:spPr>
            <a:xfrm>
              <a:off x="4208325" y="1644500"/>
              <a:ext cx="4962825" cy="3516000"/>
            </a:xfrm>
            <a:custGeom>
              <a:rect b="b" l="l" r="r" t="t"/>
              <a:pathLst>
                <a:path extrusionOk="0" h="140640" w="198513">
                  <a:moveTo>
                    <a:pt x="31387" y="0"/>
                  </a:moveTo>
                  <a:lnTo>
                    <a:pt x="0" y="140640"/>
                  </a:lnTo>
                  <a:lnTo>
                    <a:pt x="198513" y="140640"/>
                  </a:lnTo>
                  <a:lnTo>
                    <a:pt x="198513" y="6370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21000">
                  <a:schemeClr val="lt2"/>
                </a:gs>
                <a:gs pos="51000">
                  <a:schemeClr val="accent1"/>
                </a:gs>
                <a:gs pos="79000">
                  <a:schemeClr val="accent1"/>
                </a:gs>
                <a:gs pos="9100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</p:sp>
        <p:sp>
          <p:nvSpPr>
            <p:cNvPr id="16" name="Google Shape;16;p2"/>
            <p:cNvSpPr/>
            <p:nvPr/>
          </p:nvSpPr>
          <p:spPr>
            <a:xfrm>
              <a:off x="3200875" y="1642950"/>
              <a:ext cx="1795975" cy="3517550"/>
            </a:xfrm>
            <a:custGeom>
              <a:rect b="b" l="l" r="r" t="t"/>
              <a:pathLst>
                <a:path extrusionOk="0" h="140702" w="71839">
                  <a:moveTo>
                    <a:pt x="71839" y="0"/>
                  </a:moveTo>
                  <a:lnTo>
                    <a:pt x="40808" y="140702"/>
                  </a:lnTo>
                  <a:lnTo>
                    <a:pt x="0" y="140702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grpSp>
        <p:nvGrpSpPr>
          <p:cNvPr id="17" name="Google Shape;17;p2"/>
          <p:cNvGrpSpPr/>
          <p:nvPr/>
        </p:nvGrpSpPr>
        <p:grpSpPr>
          <a:xfrm flipH="1">
            <a:off x="6309311" y="2793726"/>
            <a:ext cx="2834695" cy="1890116"/>
            <a:chOff x="312900" y="2793625"/>
            <a:chExt cx="2221200" cy="1481050"/>
          </a:xfrm>
        </p:grpSpPr>
        <p:grpSp>
          <p:nvGrpSpPr>
            <p:cNvPr id="18" name="Google Shape;18;p2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19" name="Google Shape;19;p2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20" name="Google Shape;20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1" name="Google Shape;21;p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2" name="Google Shape;22;p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23" name="Google Shape;23;p2"/>
              <p:cNvGrpSpPr/>
              <p:nvPr/>
            </p:nvGrpSpPr>
            <p:grpSpPr>
              <a:xfrm>
                <a:off x="461225" y="3619500"/>
                <a:ext cx="1480800" cy="370200"/>
                <a:chOff x="461225" y="3249175"/>
                <a:chExt cx="1480800" cy="370200"/>
              </a:xfrm>
            </p:grpSpPr>
            <p:sp>
              <p:nvSpPr>
                <p:cNvPr id="24" name="Google Shape;24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5" name="Google Shape;25;p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6" name="Google Shape;26;p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7" name="Google Shape;27;p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28" name="Google Shape;28;p2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29" name="Google Shape;29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0" name="Google Shape;30;p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1" name="Google Shape;31;p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2" name="Google Shape;32;p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33" name="Google Shape;33;p2"/>
              <p:cNvGrpSpPr/>
              <p:nvPr/>
            </p:nvGrpSpPr>
            <p:grpSpPr>
              <a:xfrm>
                <a:off x="461225" y="4360025"/>
                <a:ext cx="1480800" cy="370200"/>
                <a:chOff x="461225" y="3249175"/>
                <a:chExt cx="1480800" cy="370200"/>
              </a:xfrm>
            </p:grpSpPr>
            <p:sp>
              <p:nvSpPr>
                <p:cNvPr id="34" name="Google Shape;34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5" name="Google Shape;35;p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36" name="Google Shape;36;p2"/>
            <p:cNvSpPr/>
            <p:nvPr/>
          </p:nvSpPr>
          <p:spPr>
            <a:xfrm>
              <a:off x="2163900" y="390358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37" name="Google Shape;37;p2"/>
          <p:cNvSpPr txBox="1"/>
          <p:nvPr>
            <p:ph type="title"/>
          </p:nvPr>
        </p:nvSpPr>
        <p:spPr>
          <a:xfrm>
            <a:off x="74600" y="2891050"/>
            <a:ext cx="5876700" cy="144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">
  <p:cSld name="BLANK_1_1_3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oogle Shape;39;p3"/>
          <p:cNvGrpSpPr/>
          <p:nvPr/>
        </p:nvGrpSpPr>
        <p:grpSpPr>
          <a:xfrm flipH="1">
            <a:off x="6169505" y="2816179"/>
            <a:ext cx="2979740" cy="1986829"/>
            <a:chOff x="312900" y="2793625"/>
            <a:chExt cx="2221200" cy="1481050"/>
          </a:xfrm>
        </p:grpSpPr>
        <p:grpSp>
          <p:nvGrpSpPr>
            <p:cNvPr id="40" name="Google Shape;40;p3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41" name="Google Shape;41;p3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42" name="Google Shape;42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3" name="Google Shape;43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4" name="Google Shape;44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5" name="Google Shape;45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6" name="Google Shape;46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47" name="Google Shape;47;p3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48" name="Google Shape;48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9" name="Google Shape;49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" name="Google Shape;50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" name="Google Shape;51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" name="Google Shape;52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3" name="Google Shape;53;p3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4" name="Google Shape;54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" name="Google Shape;55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6" name="Google Shape;56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" name="Google Shape;57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" name="Google Shape;58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9" name="Google Shape;59;p3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60" name="Google Shape;60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1" name="Google Shape;61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2" name="Google Shape;62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3" name="Google Shape;63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4" name="Google Shape;64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65" name="Google Shape;65;p3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6" name="Google Shape;66;p3"/>
          <p:cNvSpPr/>
          <p:nvPr/>
        </p:nvSpPr>
        <p:spPr>
          <a:xfrm flipH="1">
            <a:off x="12" y="3308203"/>
            <a:ext cx="9143963" cy="1835315"/>
          </a:xfrm>
          <a:custGeom>
            <a:rect b="b" l="l" r="r" t="t"/>
            <a:pathLst>
              <a:path extrusionOk="0" h="29205" w="61561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11" y="2611497"/>
            <a:ext cx="725708" cy="1448283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8" name="Google Shape;68;p3"/>
          <p:cNvSpPr/>
          <p:nvPr/>
        </p:nvSpPr>
        <p:spPr>
          <a:xfrm flipH="1">
            <a:off x="3311207" y="2592556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9" name="Google Shape;69;p3"/>
          <p:cNvSpPr/>
          <p:nvPr/>
        </p:nvSpPr>
        <p:spPr>
          <a:xfrm flipH="1" rot="-5400000">
            <a:off x="1299729" y="2592569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0" name="Google Shape;70;p3"/>
          <p:cNvSpPr txBox="1"/>
          <p:nvPr>
            <p:ph type="title"/>
          </p:nvPr>
        </p:nvSpPr>
        <p:spPr>
          <a:xfrm>
            <a:off x="115025" y="502775"/>
            <a:ext cx="41838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71" name="Google Shape;71;p3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2" name="Google Shape;72;p3"/>
          <p:cNvSpPr txBox="1"/>
          <p:nvPr>
            <p:ph idx="1" type="body"/>
          </p:nvPr>
        </p:nvSpPr>
        <p:spPr>
          <a:xfrm>
            <a:off x="3511550" y="587150"/>
            <a:ext cx="4371600" cy="252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73" name="Google Shape;73;p3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2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oogle Shape;75;p4"/>
          <p:cNvGrpSpPr/>
          <p:nvPr/>
        </p:nvGrpSpPr>
        <p:grpSpPr>
          <a:xfrm flipH="1">
            <a:off x="6169505" y="228779"/>
            <a:ext cx="2979740" cy="1986829"/>
            <a:chOff x="312900" y="2793625"/>
            <a:chExt cx="2221200" cy="1481050"/>
          </a:xfrm>
        </p:grpSpPr>
        <p:grpSp>
          <p:nvGrpSpPr>
            <p:cNvPr id="76" name="Google Shape;76;p4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77" name="Google Shape;77;p4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78" name="Google Shape;78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9" name="Google Shape;79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" name="Google Shape;80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" name="Google Shape;81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2" name="Google Shape;82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3" name="Google Shape;83;p4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84" name="Google Shape;84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5" name="Google Shape;85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6" name="Google Shape;86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7" name="Google Shape;87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8" name="Google Shape;88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9" name="Google Shape;89;p4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90" name="Google Shape;90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1" name="Google Shape;91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2" name="Google Shape;92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3" name="Google Shape;93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4" name="Google Shape;94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95" name="Google Shape;95;p4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96" name="Google Shape;96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7" name="Google Shape;97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8" name="Google Shape;98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9" name="Google Shape;99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0" name="Google Shape;100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01" name="Google Shape;101;p4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102" name="Google Shape;102;p4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03" name="Google Shape;103;p4"/>
          <p:cNvSpPr/>
          <p:nvPr/>
        </p:nvSpPr>
        <p:spPr>
          <a:xfrm flipH="1">
            <a:off x="8423546" y="3087297"/>
            <a:ext cx="725708" cy="1448283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485775" rotWithShape="0" algn="bl" dir="7800000" dist="76200">
              <a:schemeClr val="accent1">
                <a:alpha val="27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4" name="Google Shape;104;p4"/>
          <p:cNvSpPr/>
          <p:nvPr/>
        </p:nvSpPr>
        <p:spPr>
          <a:xfrm rot="-5400000">
            <a:off x="4618961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328613" rotWithShape="0" algn="bl" dir="2700000" dist="28575">
              <a:schemeClr val="accent1">
                <a:alpha val="28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6521248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  <a:effectLst>
            <a:outerShdw blurRad="342900" rotWithShape="0" algn="bl" dir="5400000" dist="38100">
              <a:schemeClr val="accent3">
                <a:alpha val="3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6" name="Google Shape;106;p4"/>
          <p:cNvSpPr txBox="1"/>
          <p:nvPr>
            <p:ph idx="1" type="body"/>
          </p:nvPr>
        </p:nvSpPr>
        <p:spPr>
          <a:xfrm>
            <a:off x="115025" y="908975"/>
            <a:ext cx="5369100" cy="24780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4572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-4572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-4572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-4572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-4572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-4572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-4572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-4572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107" name="Google Shape;107;p4"/>
          <p:cNvSpPr txBox="1"/>
          <p:nvPr>
            <p:ph idx="2" type="title"/>
          </p:nvPr>
        </p:nvSpPr>
        <p:spPr>
          <a:xfrm>
            <a:off x="115025" y="502775"/>
            <a:ext cx="4183800" cy="4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08" name="Google Shape;108;p4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- Alt 1">
  <p:cSld name="BLANK_1_1_1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oogle Shape;110;p5"/>
          <p:cNvGrpSpPr/>
          <p:nvPr/>
        </p:nvGrpSpPr>
        <p:grpSpPr>
          <a:xfrm>
            <a:off x="228600" y="2793625"/>
            <a:ext cx="2221200" cy="1481050"/>
            <a:chOff x="312900" y="2793625"/>
            <a:chExt cx="2221200" cy="1481050"/>
          </a:xfrm>
        </p:grpSpPr>
        <p:grpSp>
          <p:nvGrpSpPr>
            <p:cNvPr id="111" name="Google Shape;111;p5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112" name="Google Shape;112;p5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13" name="Google Shape;113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4" name="Google Shape;114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5" name="Google Shape;115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6" name="Google Shape;116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7" name="Google Shape;117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18" name="Google Shape;118;p5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19" name="Google Shape;119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0" name="Google Shape;120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1" name="Google Shape;121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2" name="Google Shape;122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3" name="Google Shape;123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24" name="Google Shape;124;p5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25" name="Google Shape;125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6" name="Google Shape;126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7" name="Google Shape;127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8" name="Google Shape;128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9" name="Google Shape;129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30" name="Google Shape;130;p5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31" name="Google Shape;131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2" name="Google Shape;132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3" name="Google Shape;133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4" name="Google Shape;134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5" name="Google Shape;135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36" name="Google Shape;136;p5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137" name="Google Shape;137;p5"/>
          <p:cNvGrpSpPr/>
          <p:nvPr/>
        </p:nvGrpSpPr>
        <p:grpSpPr>
          <a:xfrm>
            <a:off x="7663200" y="-725"/>
            <a:ext cx="1480800" cy="1396025"/>
            <a:chOff x="461225" y="3334200"/>
            <a:chExt cx="1480800" cy="1396025"/>
          </a:xfrm>
        </p:grpSpPr>
        <p:grpSp>
          <p:nvGrpSpPr>
            <p:cNvPr id="138" name="Google Shape;138;p5"/>
            <p:cNvGrpSpPr/>
            <p:nvPr/>
          </p:nvGrpSpPr>
          <p:grpSpPr>
            <a:xfrm>
              <a:off x="461225" y="3334200"/>
              <a:ext cx="1480800" cy="285300"/>
              <a:chOff x="461225" y="3334200"/>
              <a:chExt cx="1480800" cy="285300"/>
            </a:xfrm>
          </p:grpSpPr>
          <p:sp>
            <p:nvSpPr>
              <p:cNvPr id="139" name="Google Shape;139;p5"/>
              <p:cNvSpPr/>
              <p:nvPr/>
            </p:nvSpPr>
            <p:spPr>
              <a:xfrm>
                <a:off x="4612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0" name="Google Shape;140;p5"/>
              <p:cNvSpPr/>
              <p:nvPr/>
            </p:nvSpPr>
            <p:spPr>
              <a:xfrm>
                <a:off x="8314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1" name="Google Shape;141;p5"/>
              <p:cNvSpPr/>
              <p:nvPr/>
            </p:nvSpPr>
            <p:spPr>
              <a:xfrm>
                <a:off x="12016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2" name="Google Shape;142;p5"/>
              <p:cNvSpPr/>
              <p:nvPr/>
            </p:nvSpPr>
            <p:spPr>
              <a:xfrm>
                <a:off x="15718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43" name="Google Shape;143;p5"/>
            <p:cNvGrpSpPr/>
            <p:nvPr/>
          </p:nvGrpSpPr>
          <p:grpSpPr>
            <a:xfrm>
              <a:off x="461225" y="3619500"/>
              <a:ext cx="1480800" cy="370200"/>
              <a:chOff x="461225" y="3249175"/>
              <a:chExt cx="1480800" cy="370200"/>
            </a:xfrm>
          </p:grpSpPr>
          <p:sp>
            <p:nvSpPr>
              <p:cNvPr id="144" name="Google Shape;144;p5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5" name="Google Shape;145;p5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6" name="Google Shape;146;p5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7" name="Google Shape;147;p5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48" name="Google Shape;148;p5"/>
            <p:cNvGrpSpPr/>
            <p:nvPr/>
          </p:nvGrpSpPr>
          <p:grpSpPr>
            <a:xfrm>
              <a:off x="461225" y="3989700"/>
              <a:ext cx="1480800" cy="370200"/>
              <a:chOff x="461225" y="3249175"/>
              <a:chExt cx="1480800" cy="370200"/>
            </a:xfrm>
          </p:grpSpPr>
          <p:sp>
            <p:nvSpPr>
              <p:cNvPr id="149" name="Google Shape;149;p5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0" name="Google Shape;150;p5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1" name="Google Shape;151;p5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2" name="Google Shape;152;p5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53" name="Google Shape;153;p5"/>
            <p:cNvGrpSpPr/>
            <p:nvPr/>
          </p:nvGrpSpPr>
          <p:grpSpPr>
            <a:xfrm>
              <a:off x="461225" y="4360025"/>
              <a:ext cx="1480800" cy="370200"/>
              <a:chOff x="461225" y="3249175"/>
              <a:chExt cx="1480800" cy="370200"/>
            </a:xfrm>
          </p:grpSpPr>
          <p:sp>
            <p:nvSpPr>
              <p:cNvPr id="154" name="Google Shape;154;p5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5" name="Google Shape;155;p5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6" name="Google Shape;156;p5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7" name="Google Shape;157;p5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grpSp>
        <p:nvGrpSpPr>
          <p:cNvPr id="158" name="Google Shape;158;p5"/>
          <p:cNvGrpSpPr/>
          <p:nvPr/>
        </p:nvGrpSpPr>
        <p:grpSpPr>
          <a:xfrm>
            <a:off x="1843925" y="-725"/>
            <a:ext cx="7300075" cy="5144088"/>
            <a:chOff x="1870575" y="-635"/>
            <a:chExt cx="7300075" cy="5174097"/>
          </a:xfrm>
        </p:grpSpPr>
        <p:sp>
          <p:nvSpPr>
            <p:cNvPr id="159" name="Google Shape;159;p5"/>
            <p:cNvSpPr/>
            <p:nvPr/>
          </p:nvSpPr>
          <p:spPr>
            <a:xfrm>
              <a:off x="1870575" y="-635"/>
              <a:ext cx="7300075" cy="4989625"/>
            </a:xfrm>
            <a:custGeom>
              <a:rect b="b" l="l" r="r" t="t"/>
              <a:pathLst>
                <a:path extrusionOk="0" h="199585" w="292003">
                  <a:moveTo>
                    <a:pt x="76429" y="0"/>
                  </a:moveTo>
                  <a:lnTo>
                    <a:pt x="0" y="163603"/>
                  </a:lnTo>
                  <a:lnTo>
                    <a:pt x="250486" y="199585"/>
                  </a:lnTo>
                  <a:lnTo>
                    <a:pt x="292003" y="107785"/>
                  </a:lnTo>
                  <a:lnTo>
                    <a:pt x="292003" y="52891"/>
                  </a:lnTo>
                  <a:lnTo>
                    <a:pt x="234162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77000">
                  <a:schemeClr val="accent1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</p:sp>
        <p:sp>
          <p:nvSpPr>
            <p:cNvPr id="160" name="Google Shape;160;p5"/>
            <p:cNvSpPr/>
            <p:nvPr/>
          </p:nvSpPr>
          <p:spPr>
            <a:xfrm>
              <a:off x="1870575" y="4089437"/>
              <a:ext cx="6285225" cy="1084025"/>
            </a:xfrm>
            <a:custGeom>
              <a:rect b="b" l="l" r="r" t="t"/>
              <a:pathLst>
                <a:path extrusionOk="0" h="43361" w="251409">
                  <a:moveTo>
                    <a:pt x="0" y="0"/>
                  </a:moveTo>
                  <a:lnTo>
                    <a:pt x="6458" y="43361"/>
                  </a:lnTo>
                  <a:lnTo>
                    <a:pt x="251409" y="43361"/>
                  </a:lnTo>
                  <a:lnTo>
                    <a:pt x="250494" y="3593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sp>
        <p:nvSpPr>
          <p:cNvPr id="161" name="Google Shape;161;p5"/>
          <p:cNvSpPr txBox="1"/>
          <p:nvPr>
            <p:ph idx="1" type="body"/>
          </p:nvPr>
        </p:nvSpPr>
        <p:spPr>
          <a:xfrm>
            <a:off x="4631450" y="2170025"/>
            <a:ext cx="2896200" cy="188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286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sz="1000"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28600" lvl="8" marL="411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162" name="Google Shape;162;p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63" name="Google Shape;163;p5"/>
          <p:cNvSpPr txBox="1"/>
          <p:nvPr>
            <p:ph idx="2" type="body"/>
          </p:nvPr>
        </p:nvSpPr>
        <p:spPr>
          <a:xfrm>
            <a:off x="4631450" y="827575"/>
            <a:ext cx="2896200" cy="12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164" name="Google Shape;164;p5"/>
          <p:cNvSpPr txBox="1"/>
          <p:nvPr>
            <p:ph idx="3" type="title"/>
          </p:nvPr>
        </p:nvSpPr>
        <p:spPr>
          <a:xfrm>
            <a:off x="115025" y="502775"/>
            <a:ext cx="39054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65" name="Google Shape;165;p5"/>
          <p:cNvSpPr txBox="1"/>
          <p:nvPr>
            <p:ph idx="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3 images">
  <p:cSld name="BLANK_1_1_1_1_2">
    <p:bg>
      <p:bgPr>
        <a:solidFill>
          <a:schemeClr val="lt1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"/>
          <p:cNvSpPr/>
          <p:nvPr/>
        </p:nvSpPr>
        <p:spPr>
          <a:xfrm flipH="1" rot="10800000">
            <a:off x="4482600" y="741600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68" name="Google Shape;168;p6"/>
          <p:cNvSpPr/>
          <p:nvPr/>
        </p:nvSpPr>
        <p:spPr>
          <a:xfrm flipH="1" rot="10800000">
            <a:off x="4482600" y="1014475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69" name="Google Shape;169;p6"/>
          <p:cNvSpPr/>
          <p:nvPr/>
        </p:nvSpPr>
        <p:spPr>
          <a:xfrm flipH="1" rot="10800000">
            <a:off x="4482600" y="1594038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70" name="Google Shape;170;p6"/>
          <p:cNvSpPr/>
          <p:nvPr/>
        </p:nvSpPr>
        <p:spPr>
          <a:xfrm flipH="1" rot="10800000">
            <a:off x="4482600" y="1291263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71" name="Google Shape;171;p6"/>
          <p:cNvSpPr txBox="1"/>
          <p:nvPr>
            <p:ph type="title"/>
          </p:nvPr>
        </p:nvSpPr>
        <p:spPr>
          <a:xfrm>
            <a:off x="91950" y="292050"/>
            <a:ext cx="4390500" cy="16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172" name="Google Shape;172;p6"/>
          <p:cNvSpPr/>
          <p:nvPr>
            <p:ph idx="2" type="pic"/>
          </p:nvPr>
        </p:nvSpPr>
        <p:spPr>
          <a:xfrm>
            <a:off x="225300" y="3132125"/>
            <a:ext cx="1849800" cy="1770300"/>
          </a:xfrm>
          <a:prstGeom prst="rect">
            <a:avLst/>
          </a:prstGeom>
          <a:noFill/>
          <a:ln>
            <a:noFill/>
          </a:ln>
        </p:spPr>
      </p:sp>
      <p:sp>
        <p:nvSpPr>
          <p:cNvPr id="173" name="Google Shape;173;p6"/>
          <p:cNvSpPr/>
          <p:nvPr>
            <p:ph idx="3" type="pic"/>
          </p:nvPr>
        </p:nvSpPr>
        <p:spPr>
          <a:xfrm>
            <a:off x="5262525" y="228600"/>
            <a:ext cx="18651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174" name="Google Shape;174;p6"/>
          <p:cNvSpPr/>
          <p:nvPr>
            <p:ph idx="4" type="pic"/>
          </p:nvPr>
        </p:nvSpPr>
        <p:spPr>
          <a:xfrm>
            <a:off x="7281675" y="228600"/>
            <a:ext cx="18498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175" name="Google Shape;175;p6"/>
          <p:cNvSpPr txBox="1"/>
          <p:nvPr>
            <p:ph idx="1" type="subTitle"/>
          </p:nvPr>
        </p:nvSpPr>
        <p:spPr>
          <a:xfrm>
            <a:off x="526252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76" name="Google Shape;176;p6"/>
          <p:cNvSpPr txBox="1"/>
          <p:nvPr>
            <p:ph idx="5" type="subTitle"/>
          </p:nvPr>
        </p:nvSpPr>
        <p:spPr>
          <a:xfrm>
            <a:off x="728167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77" name="Google Shape;177;p6"/>
          <p:cNvSpPr txBox="1"/>
          <p:nvPr>
            <p:ph idx="6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78" name="Google Shape;178;p6"/>
          <p:cNvSpPr txBox="1"/>
          <p:nvPr>
            <p:ph idx="7" type="title"/>
          </p:nvPr>
        </p:nvSpPr>
        <p:spPr>
          <a:xfrm>
            <a:off x="7420225" y="4723025"/>
            <a:ext cx="1583400" cy="189300"/>
          </a:xfrm>
          <a:prstGeom prst="rect">
            <a:avLst/>
          </a:prstGeom>
        </p:spPr>
        <p:txBody>
          <a:bodyPr anchorCtr="0" anchor="b" bIns="0" lIns="18287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179" name="Google Shape;179;p6"/>
          <p:cNvSpPr txBox="1"/>
          <p:nvPr>
            <p:ph idx="8" type="subTitle"/>
          </p:nvPr>
        </p:nvSpPr>
        <p:spPr>
          <a:xfrm>
            <a:off x="2216381" y="3132125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180" name="Google Shape;180;p6"/>
          <p:cNvGrpSpPr/>
          <p:nvPr/>
        </p:nvGrpSpPr>
        <p:grpSpPr>
          <a:xfrm>
            <a:off x="4308382" y="2704009"/>
            <a:ext cx="4833127" cy="2437045"/>
            <a:chOff x="4308382" y="2704009"/>
            <a:chExt cx="4833127" cy="2437045"/>
          </a:xfrm>
        </p:grpSpPr>
        <p:sp>
          <p:nvSpPr>
            <p:cNvPr id="181" name="Google Shape;181;p6"/>
            <p:cNvSpPr/>
            <p:nvPr/>
          </p:nvSpPr>
          <p:spPr>
            <a:xfrm>
              <a:off x="4308382" y="4487840"/>
              <a:ext cx="4833127" cy="653214"/>
            </a:xfrm>
            <a:custGeom>
              <a:rect b="b" l="l" r="r" t="t"/>
              <a:pathLst>
                <a:path extrusionOk="0" h="12128" w="89735">
                  <a:moveTo>
                    <a:pt x="6834" y="1"/>
                  </a:moveTo>
                  <a:lnTo>
                    <a:pt x="6030" y="336"/>
                  </a:lnTo>
                  <a:lnTo>
                    <a:pt x="5271" y="671"/>
                  </a:lnTo>
                  <a:lnTo>
                    <a:pt x="4556" y="1006"/>
                  </a:lnTo>
                  <a:lnTo>
                    <a:pt x="3887" y="1363"/>
                  </a:lnTo>
                  <a:lnTo>
                    <a:pt x="3284" y="1720"/>
                  </a:lnTo>
                  <a:lnTo>
                    <a:pt x="2703" y="2078"/>
                  </a:lnTo>
                  <a:lnTo>
                    <a:pt x="2212" y="2457"/>
                  </a:lnTo>
                  <a:lnTo>
                    <a:pt x="1743" y="2815"/>
                  </a:lnTo>
                  <a:lnTo>
                    <a:pt x="1341" y="3194"/>
                  </a:lnTo>
                  <a:lnTo>
                    <a:pt x="983" y="3574"/>
                  </a:lnTo>
                  <a:lnTo>
                    <a:pt x="693" y="3954"/>
                  </a:lnTo>
                  <a:lnTo>
                    <a:pt x="447" y="4333"/>
                  </a:lnTo>
                  <a:lnTo>
                    <a:pt x="246" y="4713"/>
                  </a:lnTo>
                  <a:lnTo>
                    <a:pt x="112" y="5093"/>
                  </a:lnTo>
                  <a:lnTo>
                    <a:pt x="68" y="5294"/>
                  </a:lnTo>
                  <a:lnTo>
                    <a:pt x="45" y="5495"/>
                  </a:lnTo>
                  <a:lnTo>
                    <a:pt x="23" y="5673"/>
                  </a:lnTo>
                  <a:lnTo>
                    <a:pt x="1" y="5874"/>
                  </a:lnTo>
                  <a:lnTo>
                    <a:pt x="23" y="6098"/>
                  </a:lnTo>
                  <a:lnTo>
                    <a:pt x="45" y="6299"/>
                  </a:lnTo>
                  <a:lnTo>
                    <a:pt x="90" y="6500"/>
                  </a:lnTo>
                  <a:lnTo>
                    <a:pt x="135" y="6723"/>
                  </a:lnTo>
                  <a:lnTo>
                    <a:pt x="202" y="6924"/>
                  </a:lnTo>
                  <a:lnTo>
                    <a:pt x="291" y="7125"/>
                  </a:lnTo>
                  <a:lnTo>
                    <a:pt x="403" y="7326"/>
                  </a:lnTo>
                  <a:lnTo>
                    <a:pt x="514" y="7527"/>
                  </a:lnTo>
                  <a:lnTo>
                    <a:pt x="782" y="7951"/>
                  </a:lnTo>
                  <a:lnTo>
                    <a:pt x="1140" y="8353"/>
                  </a:lnTo>
                  <a:lnTo>
                    <a:pt x="1542" y="8755"/>
                  </a:lnTo>
                  <a:lnTo>
                    <a:pt x="2011" y="9157"/>
                  </a:lnTo>
                  <a:lnTo>
                    <a:pt x="2524" y="9537"/>
                  </a:lnTo>
                  <a:lnTo>
                    <a:pt x="3105" y="9939"/>
                  </a:lnTo>
                  <a:lnTo>
                    <a:pt x="3753" y="10319"/>
                  </a:lnTo>
                  <a:lnTo>
                    <a:pt x="4445" y="10698"/>
                  </a:lnTo>
                  <a:lnTo>
                    <a:pt x="5204" y="11056"/>
                  </a:lnTo>
                  <a:lnTo>
                    <a:pt x="6030" y="11435"/>
                  </a:lnTo>
                  <a:lnTo>
                    <a:pt x="6901" y="11793"/>
                  </a:lnTo>
                  <a:lnTo>
                    <a:pt x="7839" y="12128"/>
                  </a:lnTo>
                  <a:lnTo>
                    <a:pt x="84799" y="12128"/>
                  </a:lnTo>
                  <a:lnTo>
                    <a:pt x="89734" y="9783"/>
                  </a:lnTo>
                  <a:lnTo>
                    <a:pt x="89734" y="1966"/>
                  </a:lnTo>
                  <a:lnTo>
                    <a:pt x="89310" y="1698"/>
                  </a:lnTo>
                  <a:lnTo>
                    <a:pt x="88886" y="1452"/>
                  </a:lnTo>
                  <a:lnTo>
                    <a:pt x="88439" y="1207"/>
                  </a:lnTo>
                  <a:lnTo>
                    <a:pt x="87948" y="961"/>
                  </a:lnTo>
                  <a:lnTo>
                    <a:pt x="86920" y="470"/>
                  </a:lnTo>
                  <a:lnTo>
                    <a:pt x="85781" y="1"/>
                  </a:lnTo>
                  <a:lnTo>
                    <a:pt x="84977" y="314"/>
                  </a:lnTo>
                  <a:lnTo>
                    <a:pt x="84106" y="604"/>
                  </a:lnTo>
                  <a:lnTo>
                    <a:pt x="83235" y="917"/>
                  </a:lnTo>
                  <a:lnTo>
                    <a:pt x="82297" y="1185"/>
                  </a:lnTo>
                  <a:lnTo>
                    <a:pt x="81359" y="1475"/>
                  </a:lnTo>
                  <a:lnTo>
                    <a:pt x="80355" y="1743"/>
                  </a:lnTo>
                  <a:lnTo>
                    <a:pt x="79350" y="2011"/>
                  </a:lnTo>
                  <a:lnTo>
                    <a:pt x="78300" y="2256"/>
                  </a:lnTo>
                  <a:lnTo>
                    <a:pt x="77228" y="2502"/>
                  </a:lnTo>
                  <a:lnTo>
                    <a:pt x="76111" y="2725"/>
                  </a:lnTo>
                  <a:lnTo>
                    <a:pt x="74972" y="2971"/>
                  </a:lnTo>
                  <a:lnTo>
                    <a:pt x="73811" y="3172"/>
                  </a:lnTo>
                  <a:lnTo>
                    <a:pt x="72627" y="3395"/>
                  </a:lnTo>
                  <a:lnTo>
                    <a:pt x="71421" y="3574"/>
                  </a:lnTo>
                  <a:lnTo>
                    <a:pt x="68920" y="3954"/>
                  </a:lnTo>
                  <a:lnTo>
                    <a:pt x="66329" y="4266"/>
                  </a:lnTo>
                  <a:lnTo>
                    <a:pt x="63672" y="4557"/>
                  </a:lnTo>
                  <a:lnTo>
                    <a:pt x="60925" y="4802"/>
                  </a:lnTo>
                  <a:lnTo>
                    <a:pt x="58111" y="5003"/>
                  </a:lnTo>
                  <a:lnTo>
                    <a:pt x="55230" y="5160"/>
                  </a:lnTo>
                  <a:lnTo>
                    <a:pt x="52304" y="5271"/>
                  </a:lnTo>
                  <a:lnTo>
                    <a:pt x="49334" y="5361"/>
                  </a:lnTo>
                  <a:lnTo>
                    <a:pt x="46319" y="5383"/>
                  </a:lnTo>
                  <a:lnTo>
                    <a:pt x="43282" y="5361"/>
                  </a:lnTo>
                  <a:lnTo>
                    <a:pt x="40312" y="5271"/>
                  </a:lnTo>
                  <a:lnTo>
                    <a:pt x="37386" y="5160"/>
                  </a:lnTo>
                  <a:lnTo>
                    <a:pt x="34505" y="5003"/>
                  </a:lnTo>
                  <a:lnTo>
                    <a:pt x="31691" y="4802"/>
                  </a:lnTo>
                  <a:lnTo>
                    <a:pt x="28944" y="4557"/>
                  </a:lnTo>
                  <a:lnTo>
                    <a:pt x="26286" y="4266"/>
                  </a:lnTo>
                  <a:lnTo>
                    <a:pt x="23696" y="3954"/>
                  </a:lnTo>
                  <a:lnTo>
                    <a:pt x="21195" y="3574"/>
                  </a:lnTo>
                  <a:lnTo>
                    <a:pt x="19989" y="3395"/>
                  </a:lnTo>
                  <a:lnTo>
                    <a:pt x="18805" y="3172"/>
                  </a:lnTo>
                  <a:lnTo>
                    <a:pt x="17644" y="2971"/>
                  </a:lnTo>
                  <a:lnTo>
                    <a:pt x="16505" y="2725"/>
                  </a:lnTo>
                  <a:lnTo>
                    <a:pt x="15410" y="2502"/>
                  </a:lnTo>
                  <a:lnTo>
                    <a:pt x="14316" y="2256"/>
                  </a:lnTo>
                  <a:lnTo>
                    <a:pt x="13266" y="2011"/>
                  </a:lnTo>
                  <a:lnTo>
                    <a:pt x="12261" y="1743"/>
                  </a:lnTo>
                  <a:lnTo>
                    <a:pt x="11279" y="1475"/>
                  </a:lnTo>
                  <a:lnTo>
                    <a:pt x="10318" y="1185"/>
                  </a:lnTo>
                  <a:lnTo>
                    <a:pt x="9403" y="917"/>
                  </a:lnTo>
                  <a:lnTo>
                    <a:pt x="8509" y="604"/>
                  </a:lnTo>
                  <a:lnTo>
                    <a:pt x="7661" y="314"/>
                  </a:lnTo>
                  <a:lnTo>
                    <a:pt x="6834" y="1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82" name="Google Shape;182;p6"/>
            <p:cNvSpPr/>
            <p:nvPr/>
          </p:nvSpPr>
          <p:spPr>
            <a:xfrm>
              <a:off x="4308382" y="3740892"/>
              <a:ext cx="4833127" cy="741006"/>
            </a:xfrm>
            <a:custGeom>
              <a:rect b="b" l="l" r="r" t="t"/>
              <a:pathLst>
                <a:path extrusionOk="0" h="13758" w="89735">
                  <a:moveTo>
                    <a:pt x="13289" y="0"/>
                  </a:moveTo>
                  <a:lnTo>
                    <a:pt x="11725" y="402"/>
                  </a:lnTo>
                  <a:lnTo>
                    <a:pt x="10251" y="826"/>
                  </a:lnTo>
                  <a:lnTo>
                    <a:pt x="8889" y="1251"/>
                  </a:lnTo>
                  <a:lnTo>
                    <a:pt x="7594" y="1697"/>
                  </a:lnTo>
                  <a:lnTo>
                    <a:pt x="6410" y="2166"/>
                  </a:lnTo>
                  <a:lnTo>
                    <a:pt x="5316" y="2635"/>
                  </a:lnTo>
                  <a:lnTo>
                    <a:pt x="4333" y="3127"/>
                  </a:lnTo>
                  <a:lnTo>
                    <a:pt x="3864" y="3372"/>
                  </a:lnTo>
                  <a:lnTo>
                    <a:pt x="3440" y="3618"/>
                  </a:lnTo>
                  <a:lnTo>
                    <a:pt x="3038" y="3886"/>
                  </a:lnTo>
                  <a:lnTo>
                    <a:pt x="2636" y="4132"/>
                  </a:lnTo>
                  <a:lnTo>
                    <a:pt x="2279" y="4377"/>
                  </a:lnTo>
                  <a:lnTo>
                    <a:pt x="1944" y="4645"/>
                  </a:lnTo>
                  <a:lnTo>
                    <a:pt x="1653" y="4913"/>
                  </a:lnTo>
                  <a:lnTo>
                    <a:pt x="1363" y="5159"/>
                  </a:lnTo>
                  <a:lnTo>
                    <a:pt x="1117" y="5427"/>
                  </a:lnTo>
                  <a:lnTo>
                    <a:pt x="872" y="5695"/>
                  </a:lnTo>
                  <a:lnTo>
                    <a:pt x="671" y="5963"/>
                  </a:lnTo>
                  <a:lnTo>
                    <a:pt x="492" y="6231"/>
                  </a:lnTo>
                  <a:lnTo>
                    <a:pt x="358" y="6499"/>
                  </a:lnTo>
                  <a:lnTo>
                    <a:pt x="224" y="6789"/>
                  </a:lnTo>
                  <a:lnTo>
                    <a:pt x="135" y="7057"/>
                  </a:lnTo>
                  <a:lnTo>
                    <a:pt x="68" y="7325"/>
                  </a:lnTo>
                  <a:lnTo>
                    <a:pt x="23" y="7616"/>
                  </a:lnTo>
                  <a:lnTo>
                    <a:pt x="1" y="7884"/>
                  </a:lnTo>
                  <a:lnTo>
                    <a:pt x="23" y="8085"/>
                  </a:lnTo>
                  <a:lnTo>
                    <a:pt x="45" y="8263"/>
                  </a:lnTo>
                  <a:lnTo>
                    <a:pt x="68" y="8464"/>
                  </a:lnTo>
                  <a:lnTo>
                    <a:pt x="112" y="8665"/>
                  </a:lnTo>
                  <a:lnTo>
                    <a:pt x="246" y="9045"/>
                  </a:lnTo>
                  <a:lnTo>
                    <a:pt x="447" y="9425"/>
                  </a:lnTo>
                  <a:lnTo>
                    <a:pt x="693" y="9804"/>
                  </a:lnTo>
                  <a:lnTo>
                    <a:pt x="983" y="10184"/>
                  </a:lnTo>
                  <a:lnTo>
                    <a:pt x="1341" y="10564"/>
                  </a:lnTo>
                  <a:lnTo>
                    <a:pt x="1743" y="10943"/>
                  </a:lnTo>
                  <a:lnTo>
                    <a:pt x="2212" y="11301"/>
                  </a:lnTo>
                  <a:lnTo>
                    <a:pt x="2703" y="11680"/>
                  </a:lnTo>
                  <a:lnTo>
                    <a:pt x="3284" y="12038"/>
                  </a:lnTo>
                  <a:lnTo>
                    <a:pt x="3887" y="12395"/>
                  </a:lnTo>
                  <a:lnTo>
                    <a:pt x="4556" y="12752"/>
                  </a:lnTo>
                  <a:lnTo>
                    <a:pt x="5271" y="13087"/>
                  </a:lnTo>
                  <a:lnTo>
                    <a:pt x="6030" y="13422"/>
                  </a:lnTo>
                  <a:lnTo>
                    <a:pt x="6834" y="13757"/>
                  </a:lnTo>
                  <a:lnTo>
                    <a:pt x="7661" y="13445"/>
                  </a:lnTo>
                  <a:lnTo>
                    <a:pt x="8509" y="13154"/>
                  </a:lnTo>
                  <a:lnTo>
                    <a:pt x="9403" y="12864"/>
                  </a:lnTo>
                  <a:lnTo>
                    <a:pt x="10318" y="12574"/>
                  </a:lnTo>
                  <a:lnTo>
                    <a:pt x="11279" y="12283"/>
                  </a:lnTo>
                  <a:lnTo>
                    <a:pt x="12261" y="12015"/>
                  </a:lnTo>
                  <a:lnTo>
                    <a:pt x="13266" y="11747"/>
                  </a:lnTo>
                  <a:lnTo>
                    <a:pt x="14316" y="11502"/>
                  </a:lnTo>
                  <a:lnTo>
                    <a:pt x="15410" y="11256"/>
                  </a:lnTo>
                  <a:lnTo>
                    <a:pt x="16505" y="11033"/>
                  </a:lnTo>
                  <a:lnTo>
                    <a:pt x="17644" y="10809"/>
                  </a:lnTo>
                  <a:lnTo>
                    <a:pt x="18805" y="10586"/>
                  </a:lnTo>
                  <a:lnTo>
                    <a:pt x="19989" y="10385"/>
                  </a:lnTo>
                  <a:lnTo>
                    <a:pt x="21195" y="10184"/>
                  </a:lnTo>
                  <a:lnTo>
                    <a:pt x="23696" y="9804"/>
                  </a:lnTo>
                  <a:lnTo>
                    <a:pt x="26286" y="9492"/>
                  </a:lnTo>
                  <a:lnTo>
                    <a:pt x="28944" y="9201"/>
                  </a:lnTo>
                  <a:lnTo>
                    <a:pt x="31691" y="8956"/>
                  </a:lnTo>
                  <a:lnTo>
                    <a:pt x="34505" y="8755"/>
                  </a:lnTo>
                  <a:lnTo>
                    <a:pt x="37386" y="8598"/>
                  </a:lnTo>
                  <a:lnTo>
                    <a:pt x="40312" y="8487"/>
                  </a:lnTo>
                  <a:lnTo>
                    <a:pt x="43282" y="8420"/>
                  </a:lnTo>
                  <a:lnTo>
                    <a:pt x="46319" y="8397"/>
                  </a:lnTo>
                  <a:lnTo>
                    <a:pt x="49334" y="8420"/>
                  </a:lnTo>
                  <a:lnTo>
                    <a:pt x="52304" y="8487"/>
                  </a:lnTo>
                  <a:lnTo>
                    <a:pt x="55230" y="8598"/>
                  </a:lnTo>
                  <a:lnTo>
                    <a:pt x="58111" y="8755"/>
                  </a:lnTo>
                  <a:lnTo>
                    <a:pt x="60925" y="8956"/>
                  </a:lnTo>
                  <a:lnTo>
                    <a:pt x="63672" y="9201"/>
                  </a:lnTo>
                  <a:lnTo>
                    <a:pt x="66329" y="9492"/>
                  </a:lnTo>
                  <a:lnTo>
                    <a:pt x="68920" y="9804"/>
                  </a:lnTo>
                  <a:lnTo>
                    <a:pt x="71421" y="10184"/>
                  </a:lnTo>
                  <a:lnTo>
                    <a:pt x="72627" y="10385"/>
                  </a:lnTo>
                  <a:lnTo>
                    <a:pt x="73811" y="10586"/>
                  </a:lnTo>
                  <a:lnTo>
                    <a:pt x="74972" y="10809"/>
                  </a:lnTo>
                  <a:lnTo>
                    <a:pt x="76111" y="11033"/>
                  </a:lnTo>
                  <a:lnTo>
                    <a:pt x="77228" y="11256"/>
                  </a:lnTo>
                  <a:lnTo>
                    <a:pt x="78300" y="11502"/>
                  </a:lnTo>
                  <a:lnTo>
                    <a:pt x="79350" y="11747"/>
                  </a:lnTo>
                  <a:lnTo>
                    <a:pt x="80355" y="12015"/>
                  </a:lnTo>
                  <a:lnTo>
                    <a:pt x="81359" y="12283"/>
                  </a:lnTo>
                  <a:lnTo>
                    <a:pt x="82297" y="12574"/>
                  </a:lnTo>
                  <a:lnTo>
                    <a:pt x="83235" y="12864"/>
                  </a:lnTo>
                  <a:lnTo>
                    <a:pt x="84106" y="13154"/>
                  </a:lnTo>
                  <a:lnTo>
                    <a:pt x="84977" y="13445"/>
                  </a:lnTo>
                  <a:lnTo>
                    <a:pt x="85781" y="13757"/>
                  </a:lnTo>
                  <a:lnTo>
                    <a:pt x="86920" y="13288"/>
                  </a:lnTo>
                  <a:lnTo>
                    <a:pt x="87948" y="12797"/>
                  </a:lnTo>
                  <a:lnTo>
                    <a:pt x="88439" y="12551"/>
                  </a:lnTo>
                  <a:lnTo>
                    <a:pt x="88886" y="12306"/>
                  </a:lnTo>
                  <a:lnTo>
                    <a:pt x="89310" y="12060"/>
                  </a:lnTo>
                  <a:lnTo>
                    <a:pt x="89734" y="11792"/>
                  </a:lnTo>
                  <a:lnTo>
                    <a:pt x="89734" y="3975"/>
                  </a:lnTo>
                  <a:lnTo>
                    <a:pt x="89288" y="3685"/>
                  </a:lnTo>
                  <a:lnTo>
                    <a:pt x="88819" y="3417"/>
                  </a:lnTo>
                  <a:lnTo>
                    <a:pt x="88305" y="3149"/>
                  </a:lnTo>
                  <a:lnTo>
                    <a:pt x="87791" y="2881"/>
                  </a:lnTo>
                  <a:lnTo>
                    <a:pt x="87233" y="2613"/>
                  </a:lnTo>
                  <a:lnTo>
                    <a:pt x="86652" y="2367"/>
                  </a:lnTo>
                  <a:lnTo>
                    <a:pt x="86049" y="2099"/>
                  </a:lnTo>
                  <a:lnTo>
                    <a:pt x="85402" y="1854"/>
                  </a:lnTo>
                  <a:lnTo>
                    <a:pt x="84039" y="1362"/>
                  </a:lnTo>
                  <a:lnTo>
                    <a:pt x="82588" y="893"/>
                  </a:lnTo>
                  <a:lnTo>
                    <a:pt x="81002" y="424"/>
                  </a:lnTo>
                  <a:lnTo>
                    <a:pt x="79327" y="0"/>
                  </a:lnTo>
                  <a:lnTo>
                    <a:pt x="77652" y="380"/>
                  </a:lnTo>
                  <a:lnTo>
                    <a:pt x="75910" y="759"/>
                  </a:lnTo>
                  <a:lnTo>
                    <a:pt x="74101" y="1117"/>
                  </a:lnTo>
                  <a:lnTo>
                    <a:pt x="72225" y="1429"/>
                  </a:lnTo>
                  <a:lnTo>
                    <a:pt x="70305" y="1742"/>
                  </a:lnTo>
                  <a:lnTo>
                    <a:pt x="68317" y="2010"/>
                  </a:lnTo>
                  <a:lnTo>
                    <a:pt x="66307" y="2278"/>
                  </a:lnTo>
                  <a:lnTo>
                    <a:pt x="64230" y="2501"/>
                  </a:lnTo>
                  <a:lnTo>
                    <a:pt x="62108" y="2702"/>
                  </a:lnTo>
                  <a:lnTo>
                    <a:pt x="59942" y="2881"/>
                  </a:lnTo>
                  <a:lnTo>
                    <a:pt x="57754" y="3015"/>
                  </a:lnTo>
                  <a:lnTo>
                    <a:pt x="55520" y="3149"/>
                  </a:lnTo>
                  <a:lnTo>
                    <a:pt x="53242" y="3238"/>
                  </a:lnTo>
                  <a:lnTo>
                    <a:pt x="50964" y="3305"/>
                  </a:lnTo>
                  <a:lnTo>
                    <a:pt x="48642" y="3350"/>
                  </a:lnTo>
                  <a:lnTo>
                    <a:pt x="46319" y="3372"/>
                  </a:lnTo>
                  <a:lnTo>
                    <a:pt x="43974" y="3350"/>
                  </a:lnTo>
                  <a:lnTo>
                    <a:pt x="41652" y="3305"/>
                  </a:lnTo>
                  <a:lnTo>
                    <a:pt x="39374" y="3238"/>
                  </a:lnTo>
                  <a:lnTo>
                    <a:pt x="37096" y="3149"/>
                  </a:lnTo>
                  <a:lnTo>
                    <a:pt x="34885" y="3015"/>
                  </a:lnTo>
                  <a:lnTo>
                    <a:pt x="32674" y="2881"/>
                  </a:lnTo>
                  <a:lnTo>
                    <a:pt x="30507" y="2702"/>
                  </a:lnTo>
                  <a:lnTo>
                    <a:pt x="28408" y="2501"/>
                  </a:lnTo>
                  <a:lnTo>
                    <a:pt x="26331" y="2278"/>
                  </a:lnTo>
                  <a:lnTo>
                    <a:pt x="24299" y="2010"/>
                  </a:lnTo>
                  <a:lnTo>
                    <a:pt x="22311" y="1742"/>
                  </a:lnTo>
                  <a:lnTo>
                    <a:pt x="20391" y="1429"/>
                  </a:lnTo>
                  <a:lnTo>
                    <a:pt x="18515" y="1117"/>
                  </a:lnTo>
                  <a:lnTo>
                    <a:pt x="16706" y="759"/>
                  </a:lnTo>
                  <a:lnTo>
                    <a:pt x="14964" y="380"/>
                  </a:lnTo>
                  <a:lnTo>
                    <a:pt x="13289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83" name="Google Shape;183;p6"/>
            <p:cNvSpPr/>
            <p:nvPr/>
          </p:nvSpPr>
          <p:spPr>
            <a:xfrm>
              <a:off x="4308382" y="2704009"/>
              <a:ext cx="4833127" cy="1032065"/>
            </a:xfrm>
            <a:custGeom>
              <a:rect b="b" l="l" r="r" t="t"/>
              <a:pathLst>
                <a:path extrusionOk="0" h="19162" w="89735">
                  <a:moveTo>
                    <a:pt x="43929" y="0"/>
                  </a:moveTo>
                  <a:lnTo>
                    <a:pt x="41585" y="45"/>
                  </a:lnTo>
                  <a:lnTo>
                    <a:pt x="39262" y="134"/>
                  </a:lnTo>
                  <a:lnTo>
                    <a:pt x="36984" y="224"/>
                  </a:lnTo>
                  <a:lnTo>
                    <a:pt x="34751" y="358"/>
                  </a:lnTo>
                  <a:lnTo>
                    <a:pt x="32562" y="492"/>
                  </a:lnTo>
                  <a:lnTo>
                    <a:pt x="30396" y="670"/>
                  </a:lnTo>
                  <a:lnTo>
                    <a:pt x="28296" y="871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11" y="1631"/>
                  </a:lnTo>
                  <a:lnTo>
                    <a:pt x="20435" y="1921"/>
                  </a:lnTo>
                  <a:lnTo>
                    <a:pt x="18626" y="2233"/>
                  </a:lnTo>
                  <a:lnTo>
                    <a:pt x="16884" y="2568"/>
                  </a:lnTo>
                  <a:lnTo>
                    <a:pt x="15187" y="2926"/>
                  </a:lnTo>
                  <a:lnTo>
                    <a:pt x="13579" y="3305"/>
                  </a:lnTo>
                  <a:lnTo>
                    <a:pt x="12060" y="3685"/>
                  </a:lnTo>
                  <a:lnTo>
                    <a:pt x="10586" y="4087"/>
                  </a:lnTo>
                  <a:lnTo>
                    <a:pt x="9224" y="4534"/>
                  </a:lnTo>
                  <a:lnTo>
                    <a:pt x="7929" y="4958"/>
                  </a:lnTo>
                  <a:lnTo>
                    <a:pt x="6723" y="5427"/>
                  </a:lnTo>
                  <a:lnTo>
                    <a:pt x="5606" y="5896"/>
                  </a:lnTo>
                  <a:lnTo>
                    <a:pt x="4579" y="6387"/>
                  </a:lnTo>
                  <a:lnTo>
                    <a:pt x="4110" y="6633"/>
                  </a:lnTo>
                  <a:lnTo>
                    <a:pt x="3663" y="6879"/>
                  </a:lnTo>
                  <a:lnTo>
                    <a:pt x="3217" y="7124"/>
                  </a:lnTo>
                  <a:lnTo>
                    <a:pt x="2815" y="7392"/>
                  </a:lnTo>
                  <a:lnTo>
                    <a:pt x="2435" y="7660"/>
                  </a:lnTo>
                  <a:lnTo>
                    <a:pt x="2100" y="7906"/>
                  </a:lnTo>
                  <a:lnTo>
                    <a:pt x="1765" y="8174"/>
                  </a:lnTo>
                  <a:lnTo>
                    <a:pt x="1475" y="8442"/>
                  </a:lnTo>
                  <a:lnTo>
                    <a:pt x="1207" y="8710"/>
                  </a:lnTo>
                  <a:lnTo>
                    <a:pt x="961" y="9000"/>
                  </a:lnTo>
                  <a:lnTo>
                    <a:pt x="738" y="9268"/>
                  </a:lnTo>
                  <a:lnTo>
                    <a:pt x="537" y="9559"/>
                  </a:lnTo>
                  <a:lnTo>
                    <a:pt x="380" y="9827"/>
                  </a:lnTo>
                  <a:lnTo>
                    <a:pt x="246" y="10117"/>
                  </a:lnTo>
                  <a:lnTo>
                    <a:pt x="135" y="10385"/>
                  </a:lnTo>
                  <a:lnTo>
                    <a:pt x="68" y="10675"/>
                  </a:lnTo>
                  <a:lnTo>
                    <a:pt x="23" y="10966"/>
                  </a:lnTo>
                  <a:lnTo>
                    <a:pt x="1" y="11256"/>
                  </a:lnTo>
                  <a:lnTo>
                    <a:pt x="23" y="11546"/>
                  </a:lnTo>
                  <a:lnTo>
                    <a:pt x="68" y="11814"/>
                  </a:lnTo>
                  <a:lnTo>
                    <a:pt x="135" y="12082"/>
                  </a:lnTo>
                  <a:lnTo>
                    <a:pt x="224" y="12373"/>
                  </a:lnTo>
                  <a:lnTo>
                    <a:pt x="358" y="12641"/>
                  </a:lnTo>
                  <a:lnTo>
                    <a:pt x="492" y="12909"/>
                  </a:lnTo>
                  <a:lnTo>
                    <a:pt x="671" y="13177"/>
                  </a:lnTo>
                  <a:lnTo>
                    <a:pt x="872" y="13445"/>
                  </a:lnTo>
                  <a:lnTo>
                    <a:pt x="1117" y="13713"/>
                  </a:lnTo>
                  <a:lnTo>
                    <a:pt x="1363" y="13981"/>
                  </a:lnTo>
                  <a:lnTo>
                    <a:pt x="1653" y="14249"/>
                  </a:lnTo>
                  <a:lnTo>
                    <a:pt x="1944" y="14494"/>
                  </a:lnTo>
                  <a:lnTo>
                    <a:pt x="2279" y="14762"/>
                  </a:lnTo>
                  <a:lnTo>
                    <a:pt x="2636" y="15008"/>
                  </a:lnTo>
                  <a:lnTo>
                    <a:pt x="3038" y="15276"/>
                  </a:lnTo>
                  <a:lnTo>
                    <a:pt x="3440" y="15522"/>
                  </a:lnTo>
                  <a:lnTo>
                    <a:pt x="3864" y="15767"/>
                  </a:lnTo>
                  <a:lnTo>
                    <a:pt x="4333" y="16013"/>
                  </a:lnTo>
                  <a:lnTo>
                    <a:pt x="5316" y="16504"/>
                  </a:lnTo>
                  <a:lnTo>
                    <a:pt x="6410" y="16973"/>
                  </a:lnTo>
                  <a:lnTo>
                    <a:pt x="7594" y="17442"/>
                  </a:lnTo>
                  <a:lnTo>
                    <a:pt x="8889" y="17889"/>
                  </a:lnTo>
                  <a:lnTo>
                    <a:pt x="10251" y="18335"/>
                  </a:lnTo>
                  <a:lnTo>
                    <a:pt x="11725" y="18737"/>
                  </a:lnTo>
                  <a:lnTo>
                    <a:pt x="13289" y="19162"/>
                  </a:lnTo>
                  <a:lnTo>
                    <a:pt x="14964" y="18760"/>
                  </a:lnTo>
                  <a:lnTo>
                    <a:pt x="16706" y="18380"/>
                  </a:lnTo>
                  <a:lnTo>
                    <a:pt x="18515" y="18023"/>
                  </a:lnTo>
                  <a:lnTo>
                    <a:pt x="20391" y="17710"/>
                  </a:lnTo>
                  <a:lnTo>
                    <a:pt x="22311" y="17398"/>
                  </a:lnTo>
                  <a:lnTo>
                    <a:pt x="24299" y="17130"/>
                  </a:lnTo>
                  <a:lnTo>
                    <a:pt x="26331" y="16884"/>
                  </a:lnTo>
                  <a:lnTo>
                    <a:pt x="28408" y="16638"/>
                  </a:lnTo>
                  <a:lnTo>
                    <a:pt x="30507" y="16437"/>
                  </a:lnTo>
                  <a:lnTo>
                    <a:pt x="32674" y="16281"/>
                  </a:lnTo>
                  <a:lnTo>
                    <a:pt x="34885" y="16125"/>
                  </a:lnTo>
                  <a:lnTo>
                    <a:pt x="37096" y="15991"/>
                  </a:lnTo>
                  <a:lnTo>
                    <a:pt x="39374" y="15901"/>
                  </a:lnTo>
                  <a:lnTo>
                    <a:pt x="41652" y="15834"/>
                  </a:lnTo>
                  <a:lnTo>
                    <a:pt x="43974" y="15790"/>
                  </a:lnTo>
                  <a:lnTo>
                    <a:pt x="46319" y="15767"/>
                  </a:lnTo>
                  <a:lnTo>
                    <a:pt x="48642" y="15790"/>
                  </a:lnTo>
                  <a:lnTo>
                    <a:pt x="50964" y="15834"/>
                  </a:lnTo>
                  <a:lnTo>
                    <a:pt x="53242" y="15901"/>
                  </a:lnTo>
                  <a:lnTo>
                    <a:pt x="55520" y="15991"/>
                  </a:lnTo>
                  <a:lnTo>
                    <a:pt x="57754" y="16125"/>
                  </a:lnTo>
                  <a:lnTo>
                    <a:pt x="59942" y="16281"/>
                  </a:lnTo>
                  <a:lnTo>
                    <a:pt x="62108" y="16437"/>
                  </a:lnTo>
                  <a:lnTo>
                    <a:pt x="64230" y="16638"/>
                  </a:lnTo>
                  <a:lnTo>
                    <a:pt x="66307" y="16884"/>
                  </a:lnTo>
                  <a:lnTo>
                    <a:pt x="68317" y="17130"/>
                  </a:lnTo>
                  <a:lnTo>
                    <a:pt x="70305" y="17398"/>
                  </a:lnTo>
                  <a:lnTo>
                    <a:pt x="72225" y="17710"/>
                  </a:lnTo>
                  <a:lnTo>
                    <a:pt x="74101" y="18023"/>
                  </a:lnTo>
                  <a:lnTo>
                    <a:pt x="75910" y="18380"/>
                  </a:lnTo>
                  <a:lnTo>
                    <a:pt x="77652" y="18760"/>
                  </a:lnTo>
                  <a:lnTo>
                    <a:pt x="79327" y="19162"/>
                  </a:lnTo>
                  <a:lnTo>
                    <a:pt x="81002" y="18715"/>
                  </a:lnTo>
                  <a:lnTo>
                    <a:pt x="82588" y="18269"/>
                  </a:lnTo>
                  <a:lnTo>
                    <a:pt x="84039" y="17777"/>
                  </a:lnTo>
                  <a:lnTo>
                    <a:pt x="85402" y="17286"/>
                  </a:lnTo>
                  <a:lnTo>
                    <a:pt x="86049" y="17040"/>
                  </a:lnTo>
                  <a:lnTo>
                    <a:pt x="86652" y="16795"/>
                  </a:lnTo>
                  <a:lnTo>
                    <a:pt x="87233" y="16527"/>
                  </a:lnTo>
                  <a:lnTo>
                    <a:pt x="87791" y="16259"/>
                  </a:lnTo>
                  <a:lnTo>
                    <a:pt x="88305" y="15991"/>
                  </a:lnTo>
                  <a:lnTo>
                    <a:pt x="88819" y="15723"/>
                  </a:lnTo>
                  <a:lnTo>
                    <a:pt x="89288" y="15455"/>
                  </a:lnTo>
                  <a:lnTo>
                    <a:pt x="89734" y="15187"/>
                  </a:lnTo>
                  <a:lnTo>
                    <a:pt x="89734" y="7348"/>
                  </a:lnTo>
                  <a:lnTo>
                    <a:pt x="89087" y="6946"/>
                  </a:lnTo>
                  <a:lnTo>
                    <a:pt x="88394" y="6566"/>
                  </a:lnTo>
                  <a:lnTo>
                    <a:pt x="87635" y="6186"/>
                  </a:lnTo>
                  <a:lnTo>
                    <a:pt x="86809" y="5807"/>
                  </a:lnTo>
                  <a:lnTo>
                    <a:pt x="85960" y="5449"/>
                  </a:lnTo>
                  <a:lnTo>
                    <a:pt x="85022" y="5092"/>
                  </a:lnTo>
                  <a:lnTo>
                    <a:pt x="84062" y="4735"/>
                  </a:lnTo>
                  <a:lnTo>
                    <a:pt x="83034" y="4400"/>
                  </a:lnTo>
                  <a:lnTo>
                    <a:pt x="81962" y="4065"/>
                  </a:lnTo>
                  <a:lnTo>
                    <a:pt x="80824" y="3752"/>
                  </a:lnTo>
                  <a:lnTo>
                    <a:pt x="79640" y="3439"/>
                  </a:lnTo>
                  <a:lnTo>
                    <a:pt x="78412" y="3149"/>
                  </a:lnTo>
                  <a:lnTo>
                    <a:pt x="77139" y="2859"/>
                  </a:lnTo>
                  <a:lnTo>
                    <a:pt x="75821" y="2591"/>
                  </a:lnTo>
                  <a:lnTo>
                    <a:pt x="74459" y="2323"/>
                  </a:lnTo>
                  <a:lnTo>
                    <a:pt x="73052" y="2055"/>
                  </a:lnTo>
                  <a:lnTo>
                    <a:pt x="71555" y="1809"/>
                  </a:lnTo>
                  <a:lnTo>
                    <a:pt x="70037" y="1586"/>
                  </a:lnTo>
                  <a:lnTo>
                    <a:pt x="68496" y="1363"/>
                  </a:lnTo>
                  <a:lnTo>
                    <a:pt x="66910" y="1162"/>
                  </a:lnTo>
                  <a:lnTo>
                    <a:pt x="65302" y="983"/>
                  </a:lnTo>
                  <a:lnTo>
                    <a:pt x="63672" y="804"/>
                  </a:lnTo>
                  <a:lnTo>
                    <a:pt x="62019" y="670"/>
                  </a:lnTo>
                  <a:lnTo>
                    <a:pt x="60344" y="514"/>
                  </a:lnTo>
                  <a:lnTo>
                    <a:pt x="58647" y="402"/>
                  </a:lnTo>
                  <a:lnTo>
                    <a:pt x="56950" y="291"/>
                  </a:lnTo>
                  <a:lnTo>
                    <a:pt x="55208" y="201"/>
                  </a:lnTo>
                  <a:lnTo>
                    <a:pt x="53443" y="134"/>
                  </a:lnTo>
                  <a:lnTo>
                    <a:pt x="51679" y="67"/>
                  </a:lnTo>
                  <a:lnTo>
                    <a:pt x="49915" y="23"/>
                  </a:lnTo>
                  <a:lnTo>
                    <a:pt x="48106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Alt 1">
  <p:cSld name="BLANK_1_1_1_1_1_1_1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7"/>
          <p:cNvSpPr/>
          <p:nvPr/>
        </p:nvSpPr>
        <p:spPr>
          <a:xfrm>
            <a:off x="6519500" y="2216800"/>
            <a:ext cx="4728600" cy="1604700"/>
          </a:xfrm>
          <a:prstGeom prst="chord">
            <a:avLst>
              <a:gd fmla="val 4346562" name="adj1"/>
              <a:gd fmla="val 17254322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86" name="Google Shape;186;p7"/>
          <p:cNvSpPr/>
          <p:nvPr/>
        </p:nvSpPr>
        <p:spPr>
          <a:xfrm rot="1800032">
            <a:off x="6670150" y="2309109"/>
            <a:ext cx="4728524" cy="1869582"/>
          </a:xfrm>
          <a:prstGeom prst="chord">
            <a:avLst>
              <a:gd fmla="val 3282930" name="adj1"/>
              <a:gd fmla="val 14744228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6008850" y="3120100"/>
            <a:ext cx="3135148" cy="2023395"/>
          </a:xfrm>
          <a:custGeom>
            <a:rect b="b" l="l" r="r" t="t"/>
            <a:pathLst>
              <a:path extrusionOk="0" h="29205" w="61561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88" name="Google Shape;188;p7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89" name="Google Shape;189;p7"/>
          <p:cNvSpPr txBox="1"/>
          <p:nvPr>
            <p:ph idx="2" type="title"/>
          </p:nvPr>
        </p:nvSpPr>
        <p:spPr>
          <a:xfrm>
            <a:off x="115025" y="406250"/>
            <a:ext cx="6507000" cy="26568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9pPr>
          </a:lstStyle>
          <a:p/>
        </p:txBody>
      </p:sp>
      <p:sp>
        <p:nvSpPr>
          <p:cNvPr id="190" name="Google Shape;190;p7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91" name="Google Shape;191;p7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Alt 2">
  <p:cSld name="BLANK_1_1_1_1_1_1_1_2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8"/>
          <p:cNvSpPr/>
          <p:nvPr/>
        </p:nvSpPr>
        <p:spPr>
          <a:xfrm>
            <a:off x="5861425" y="3065475"/>
            <a:ext cx="3282600" cy="2078950"/>
          </a:xfrm>
          <a:custGeom>
            <a:rect b="b" l="l" r="r" t="t"/>
            <a:pathLst>
              <a:path extrusionOk="0" h="83158" w="131304">
                <a:moveTo>
                  <a:pt x="131286" y="0"/>
                </a:moveTo>
                <a:lnTo>
                  <a:pt x="131304" y="83132"/>
                </a:lnTo>
                <a:lnTo>
                  <a:pt x="0" y="83158"/>
                </a:lnTo>
                <a:lnTo>
                  <a:pt x="55816" y="4343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194" name="Google Shape;194;p8"/>
          <p:cNvSpPr/>
          <p:nvPr/>
        </p:nvSpPr>
        <p:spPr>
          <a:xfrm>
            <a:off x="6818025" y="1675"/>
            <a:ext cx="2326300" cy="3183925"/>
          </a:xfrm>
          <a:custGeom>
            <a:rect b="b" l="l" r="r" t="t"/>
            <a:pathLst>
              <a:path extrusionOk="0" h="127357" w="93052">
                <a:moveTo>
                  <a:pt x="17353" y="127357"/>
                </a:moveTo>
                <a:lnTo>
                  <a:pt x="0" y="18662"/>
                </a:lnTo>
                <a:lnTo>
                  <a:pt x="93052" y="0"/>
                </a:lnTo>
                <a:lnTo>
                  <a:pt x="93019" y="122556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grpSp>
        <p:nvGrpSpPr>
          <p:cNvPr id="195" name="Google Shape;195;p8"/>
          <p:cNvGrpSpPr/>
          <p:nvPr/>
        </p:nvGrpSpPr>
        <p:grpSpPr>
          <a:xfrm>
            <a:off x="25" y="4625"/>
            <a:ext cx="2329791" cy="795413"/>
            <a:chOff x="21" y="-511"/>
            <a:chExt cx="2329791" cy="800617"/>
          </a:xfrm>
        </p:grpSpPr>
        <p:grpSp>
          <p:nvGrpSpPr>
            <p:cNvPr id="196" name="Google Shape;196;p8"/>
            <p:cNvGrpSpPr/>
            <p:nvPr/>
          </p:nvGrpSpPr>
          <p:grpSpPr>
            <a:xfrm flipH="1" rot="10800000">
              <a:off x="25" y="392516"/>
              <a:ext cx="1927788" cy="407590"/>
              <a:chOff x="537425" y="3249175"/>
              <a:chExt cx="1774800" cy="370200"/>
            </a:xfrm>
          </p:grpSpPr>
          <p:sp>
            <p:nvSpPr>
              <p:cNvPr id="197" name="Google Shape;197;p8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8" name="Google Shape;198;p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9" name="Google Shape;199;p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0" name="Google Shape;200;p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1" name="Google Shape;201;p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02" name="Google Shape;202;p8"/>
            <p:cNvGrpSpPr/>
            <p:nvPr/>
          </p:nvGrpSpPr>
          <p:grpSpPr>
            <a:xfrm flipH="1" rot="10800000">
              <a:off x="21" y="-511"/>
              <a:ext cx="1927788" cy="393115"/>
              <a:chOff x="537425" y="3249175"/>
              <a:chExt cx="1774800" cy="370200"/>
            </a:xfrm>
          </p:grpSpPr>
          <p:sp>
            <p:nvSpPr>
              <p:cNvPr id="203" name="Google Shape;203;p8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4" name="Google Shape;204;p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5" name="Google Shape;205;p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6" name="Google Shape;206;p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7" name="Google Shape;207;p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208" name="Google Shape;208;p8"/>
            <p:cNvSpPr/>
            <p:nvPr/>
          </p:nvSpPr>
          <p:spPr>
            <a:xfrm flipH="1" rot="10800000">
              <a:off x="1927813" y="392406"/>
              <a:ext cx="402000" cy="4077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209" name="Google Shape;209;p8"/>
          <p:cNvSpPr txBox="1"/>
          <p:nvPr>
            <p:ph type="title"/>
          </p:nvPr>
        </p:nvSpPr>
        <p:spPr>
          <a:xfrm>
            <a:off x="96025" y="1206300"/>
            <a:ext cx="6507000" cy="18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0" name="Google Shape;210;p8"/>
          <p:cNvSpPr/>
          <p:nvPr/>
        </p:nvSpPr>
        <p:spPr>
          <a:xfrm rot="386111">
            <a:off x="5422314" y="2861786"/>
            <a:ext cx="5875319" cy="1732905"/>
          </a:xfrm>
          <a:prstGeom prst="chord">
            <a:avLst>
              <a:gd fmla="val 2600939" name="adj1"/>
              <a:gd fmla="val 18561181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1" name="Google Shape;211;p8"/>
          <p:cNvSpPr/>
          <p:nvPr/>
        </p:nvSpPr>
        <p:spPr>
          <a:xfrm rot="1800094">
            <a:off x="5534438" y="2649896"/>
            <a:ext cx="4427191" cy="1750358"/>
          </a:xfrm>
          <a:prstGeom prst="chord">
            <a:avLst>
              <a:gd fmla="val 837048" name="adj1"/>
              <a:gd fmla="val 19665286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2" name="Google Shape;212;p8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13" name="Google Shape;213;p8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14" name="Google Shape;214;p8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LANK_1_1_1_1_1_1_1_1_1_1_10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9"/>
          <p:cNvSpPr/>
          <p:nvPr/>
        </p:nvSpPr>
        <p:spPr>
          <a:xfrm flipH="1" rot="-900031">
            <a:off x="1792020" y="1182391"/>
            <a:ext cx="5560068" cy="196350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7" name="Google Shape;217;p9"/>
          <p:cNvSpPr/>
          <p:nvPr/>
        </p:nvSpPr>
        <p:spPr>
          <a:xfrm rot="10800000">
            <a:off x="1792025" y="1182400"/>
            <a:ext cx="5559900" cy="1963500"/>
          </a:xfrm>
          <a:prstGeom prst="ellipse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8" name="Google Shape;218;p9"/>
          <p:cNvSpPr txBox="1"/>
          <p:nvPr>
            <p:ph idx="1" type="body"/>
          </p:nvPr>
        </p:nvSpPr>
        <p:spPr>
          <a:xfrm>
            <a:off x="2351750" y="3857450"/>
            <a:ext cx="43467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9pPr>
          </a:lstStyle>
          <a:p/>
        </p:txBody>
      </p:sp>
      <p:sp>
        <p:nvSpPr>
          <p:cNvPr id="219" name="Google Shape;219;p9"/>
          <p:cNvSpPr txBox="1"/>
          <p:nvPr>
            <p:ph hasCustomPrompt="1" type="title"/>
          </p:nvPr>
        </p:nvSpPr>
        <p:spPr>
          <a:xfrm>
            <a:off x="2662050" y="1182350"/>
            <a:ext cx="3819900" cy="19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20" name="Google Shape;220;p9"/>
          <p:cNvSpPr/>
          <p:nvPr/>
        </p:nvSpPr>
        <p:spPr>
          <a:xfrm flipH="1" rot="900031">
            <a:off x="1791931" y="1182353"/>
            <a:ext cx="5560068" cy="196350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2">
  <p:cSld name="BLANK_1_1_1_1_1_1_1_1_1_1_9"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2" name="Google Shape;222;p10"/>
          <p:cNvGrpSpPr/>
          <p:nvPr/>
        </p:nvGrpSpPr>
        <p:grpSpPr>
          <a:xfrm flipH="1">
            <a:off x="3212200" y="0"/>
            <a:ext cx="1851000" cy="1225325"/>
            <a:chOff x="461225" y="3875100"/>
            <a:chExt cx="1851000" cy="1225325"/>
          </a:xfrm>
        </p:grpSpPr>
        <p:grpSp>
          <p:nvGrpSpPr>
            <p:cNvPr id="223" name="Google Shape;223;p10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224" name="Google Shape;224;p10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5" name="Google Shape;225;p10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6" name="Google Shape;226;p10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7" name="Google Shape;227;p10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8" name="Google Shape;228;p10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29" name="Google Shape;229;p10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230" name="Google Shape;230;p10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1" name="Google Shape;231;p1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2" name="Google Shape;232;p1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3" name="Google Shape;233;p10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34" name="Google Shape;234;p10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235" name="Google Shape;235;p1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6" name="Google Shape;236;p1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7" name="Google Shape;237;p1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8" name="Google Shape;238;p1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239" name="Google Shape;239;p10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40" name="Google Shape;240;p10"/>
          <p:cNvSpPr txBox="1"/>
          <p:nvPr>
            <p:ph idx="2"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41" name="Google Shape;241;p10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CUSTOM_2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1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44" name="Google Shape;244;p11"/>
          <p:cNvSpPr txBox="1"/>
          <p:nvPr>
            <p:ph idx="2" type="title"/>
          </p:nvPr>
        </p:nvSpPr>
        <p:spPr>
          <a:xfrm>
            <a:off x="115025" y="502775"/>
            <a:ext cx="54000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grpSp>
        <p:nvGrpSpPr>
          <p:cNvPr id="245" name="Google Shape;245;p11"/>
          <p:cNvGrpSpPr/>
          <p:nvPr/>
        </p:nvGrpSpPr>
        <p:grpSpPr>
          <a:xfrm flipH="1" rot="10800000">
            <a:off x="6179902" y="24"/>
            <a:ext cx="2963226" cy="1495659"/>
            <a:chOff x="4306084" y="2701610"/>
            <a:chExt cx="4837921" cy="2441893"/>
          </a:xfrm>
        </p:grpSpPr>
        <p:sp>
          <p:nvSpPr>
            <p:cNvPr id="246" name="Google Shape;246;p11"/>
            <p:cNvSpPr/>
            <p:nvPr/>
          </p:nvSpPr>
          <p:spPr>
            <a:xfrm>
              <a:off x="4306084" y="4485495"/>
              <a:ext cx="4837921" cy="658008"/>
            </a:xfrm>
            <a:custGeom>
              <a:rect b="b" l="l" r="r" t="t"/>
              <a:pathLst>
                <a:path extrusionOk="0" fill="none" h="12217" w="89824">
                  <a:moveTo>
                    <a:pt x="85826" y="0"/>
                  </a:moveTo>
                  <a:lnTo>
                    <a:pt x="85826" y="0"/>
                  </a:lnTo>
                  <a:lnTo>
                    <a:pt x="85045" y="291"/>
                  </a:lnTo>
                  <a:lnTo>
                    <a:pt x="84218" y="581"/>
                  </a:lnTo>
                  <a:lnTo>
                    <a:pt x="83370" y="871"/>
                  </a:lnTo>
                  <a:lnTo>
                    <a:pt x="82476" y="1139"/>
                  </a:lnTo>
                  <a:lnTo>
                    <a:pt x="81538" y="1430"/>
                  </a:lnTo>
                  <a:lnTo>
                    <a:pt x="80578" y="1697"/>
                  </a:lnTo>
                  <a:lnTo>
                    <a:pt x="79596" y="1943"/>
                  </a:lnTo>
                  <a:lnTo>
                    <a:pt x="78568" y="2189"/>
                  </a:lnTo>
                  <a:lnTo>
                    <a:pt x="77496" y="2434"/>
                  </a:lnTo>
                  <a:lnTo>
                    <a:pt x="76424" y="2680"/>
                  </a:lnTo>
                  <a:lnTo>
                    <a:pt x="75308" y="2903"/>
                  </a:lnTo>
                  <a:lnTo>
                    <a:pt x="74146" y="3104"/>
                  </a:lnTo>
                  <a:lnTo>
                    <a:pt x="71779" y="3529"/>
                  </a:lnTo>
                  <a:lnTo>
                    <a:pt x="69278" y="3886"/>
                  </a:lnTo>
                  <a:lnTo>
                    <a:pt x="66709" y="4221"/>
                  </a:lnTo>
                  <a:lnTo>
                    <a:pt x="64029" y="4511"/>
                  </a:lnTo>
                  <a:lnTo>
                    <a:pt x="61260" y="4779"/>
                  </a:lnTo>
                  <a:lnTo>
                    <a:pt x="58424" y="4980"/>
                  </a:lnTo>
                  <a:lnTo>
                    <a:pt x="55498" y="5159"/>
                  </a:lnTo>
                  <a:lnTo>
                    <a:pt x="52506" y="5271"/>
                  </a:lnTo>
                  <a:lnTo>
                    <a:pt x="49468" y="5338"/>
                  </a:lnTo>
                  <a:lnTo>
                    <a:pt x="46364" y="5382"/>
                  </a:lnTo>
                  <a:lnTo>
                    <a:pt x="46364" y="5382"/>
                  </a:lnTo>
                  <a:lnTo>
                    <a:pt x="43260" y="5338"/>
                  </a:lnTo>
                  <a:lnTo>
                    <a:pt x="40200" y="5271"/>
                  </a:lnTo>
                  <a:lnTo>
                    <a:pt x="37208" y="5159"/>
                  </a:lnTo>
                  <a:lnTo>
                    <a:pt x="34304" y="4980"/>
                  </a:lnTo>
                  <a:lnTo>
                    <a:pt x="31446" y="4779"/>
                  </a:lnTo>
                  <a:lnTo>
                    <a:pt x="28676" y="4511"/>
                  </a:lnTo>
                  <a:lnTo>
                    <a:pt x="25996" y="4221"/>
                  </a:lnTo>
                  <a:lnTo>
                    <a:pt x="23428" y="3886"/>
                  </a:lnTo>
                  <a:lnTo>
                    <a:pt x="20927" y="3529"/>
                  </a:lnTo>
                  <a:lnTo>
                    <a:pt x="18560" y="3104"/>
                  </a:lnTo>
                  <a:lnTo>
                    <a:pt x="17421" y="2903"/>
                  </a:lnTo>
                  <a:lnTo>
                    <a:pt x="16282" y="2680"/>
                  </a:lnTo>
                  <a:lnTo>
                    <a:pt x="15210" y="2434"/>
                  </a:lnTo>
                  <a:lnTo>
                    <a:pt x="14138" y="2189"/>
                  </a:lnTo>
                  <a:lnTo>
                    <a:pt x="13110" y="1943"/>
                  </a:lnTo>
                  <a:lnTo>
                    <a:pt x="12128" y="1697"/>
                  </a:lnTo>
                  <a:lnTo>
                    <a:pt x="11167" y="1430"/>
                  </a:lnTo>
                  <a:lnTo>
                    <a:pt x="10229" y="1139"/>
                  </a:lnTo>
                  <a:lnTo>
                    <a:pt x="9336" y="871"/>
                  </a:lnTo>
                  <a:lnTo>
                    <a:pt x="8487" y="581"/>
                  </a:lnTo>
                  <a:lnTo>
                    <a:pt x="7661" y="291"/>
                  </a:lnTo>
                  <a:lnTo>
                    <a:pt x="6879" y="0"/>
                  </a:lnTo>
                  <a:lnTo>
                    <a:pt x="6879" y="0"/>
                  </a:lnTo>
                  <a:lnTo>
                    <a:pt x="6075" y="313"/>
                  </a:lnTo>
                  <a:lnTo>
                    <a:pt x="5338" y="648"/>
                  </a:lnTo>
                  <a:lnTo>
                    <a:pt x="4624" y="983"/>
                  </a:lnTo>
                  <a:lnTo>
                    <a:pt x="3976" y="1340"/>
                  </a:lnTo>
                  <a:lnTo>
                    <a:pt x="3351" y="1697"/>
                  </a:lnTo>
                  <a:lnTo>
                    <a:pt x="2793" y="2055"/>
                  </a:lnTo>
                  <a:lnTo>
                    <a:pt x="2279" y="2412"/>
                  </a:lnTo>
                  <a:lnTo>
                    <a:pt x="1810" y="2792"/>
                  </a:lnTo>
                  <a:lnTo>
                    <a:pt x="1386" y="3171"/>
                  </a:lnTo>
                  <a:lnTo>
                    <a:pt x="1028" y="3551"/>
                  </a:lnTo>
                  <a:lnTo>
                    <a:pt x="716" y="3931"/>
                  </a:lnTo>
                  <a:lnTo>
                    <a:pt x="470" y="4310"/>
                  </a:lnTo>
                  <a:lnTo>
                    <a:pt x="269" y="4712"/>
                  </a:lnTo>
                  <a:lnTo>
                    <a:pt x="180" y="4913"/>
                  </a:lnTo>
                  <a:lnTo>
                    <a:pt x="135" y="5114"/>
                  </a:lnTo>
                  <a:lnTo>
                    <a:pt x="68" y="5315"/>
                  </a:lnTo>
                  <a:lnTo>
                    <a:pt x="46" y="5516"/>
                  </a:lnTo>
                  <a:lnTo>
                    <a:pt x="23" y="5717"/>
                  </a:lnTo>
                  <a:lnTo>
                    <a:pt x="1" y="5918"/>
                  </a:lnTo>
                  <a:lnTo>
                    <a:pt x="1" y="5918"/>
                  </a:lnTo>
                  <a:lnTo>
                    <a:pt x="23" y="6142"/>
                  </a:lnTo>
                  <a:lnTo>
                    <a:pt x="46" y="6365"/>
                  </a:lnTo>
                  <a:lnTo>
                    <a:pt x="90" y="6566"/>
                  </a:lnTo>
                  <a:lnTo>
                    <a:pt x="135" y="6789"/>
                  </a:lnTo>
                  <a:lnTo>
                    <a:pt x="224" y="7013"/>
                  </a:lnTo>
                  <a:lnTo>
                    <a:pt x="314" y="7214"/>
                  </a:lnTo>
                  <a:lnTo>
                    <a:pt x="425" y="7437"/>
                  </a:lnTo>
                  <a:lnTo>
                    <a:pt x="537" y="7638"/>
                  </a:lnTo>
                  <a:lnTo>
                    <a:pt x="671" y="7839"/>
                  </a:lnTo>
                  <a:lnTo>
                    <a:pt x="827" y="8062"/>
                  </a:lnTo>
                  <a:lnTo>
                    <a:pt x="1185" y="8464"/>
                  </a:lnTo>
                  <a:lnTo>
                    <a:pt x="1609" y="8866"/>
                  </a:lnTo>
                  <a:lnTo>
                    <a:pt x="2078" y="9268"/>
                  </a:lnTo>
                  <a:lnTo>
                    <a:pt x="2614" y="9670"/>
                  </a:lnTo>
                  <a:lnTo>
                    <a:pt x="3195" y="10050"/>
                  </a:lnTo>
                  <a:lnTo>
                    <a:pt x="3842" y="10430"/>
                  </a:lnTo>
                  <a:lnTo>
                    <a:pt x="4557" y="10809"/>
                  </a:lnTo>
                  <a:lnTo>
                    <a:pt x="5294" y="11167"/>
                  </a:lnTo>
                  <a:lnTo>
                    <a:pt x="6098" y="11524"/>
                  </a:lnTo>
                  <a:lnTo>
                    <a:pt x="6969" y="11881"/>
                  </a:lnTo>
                  <a:lnTo>
                    <a:pt x="7862" y="12216"/>
                  </a:lnTo>
                  <a:lnTo>
                    <a:pt x="84844" y="12216"/>
                  </a:lnTo>
                  <a:lnTo>
                    <a:pt x="89824" y="9871"/>
                  </a:lnTo>
                  <a:lnTo>
                    <a:pt x="89824" y="1988"/>
                  </a:lnTo>
                  <a:lnTo>
                    <a:pt x="89824" y="1988"/>
                  </a:lnTo>
                  <a:lnTo>
                    <a:pt x="89400" y="1720"/>
                  </a:lnTo>
                  <a:lnTo>
                    <a:pt x="88975" y="1474"/>
                  </a:lnTo>
                  <a:lnTo>
                    <a:pt x="88506" y="1206"/>
                  </a:lnTo>
                  <a:lnTo>
                    <a:pt x="88015" y="961"/>
                  </a:lnTo>
                  <a:lnTo>
                    <a:pt x="87501" y="715"/>
                  </a:lnTo>
                  <a:lnTo>
                    <a:pt x="86965" y="469"/>
                  </a:lnTo>
                  <a:lnTo>
                    <a:pt x="85826" y="0"/>
                  </a:lnTo>
                  <a:lnTo>
                    <a:pt x="85826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47" name="Google Shape;247;p11"/>
            <p:cNvSpPr/>
            <p:nvPr/>
          </p:nvSpPr>
          <p:spPr>
            <a:xfrm>
              <a:off x="4306084" y="3738493"/>
              <a:ext cx="4837921" cy="747038"/>
            </a:xfrm>
            <a:custGeom>
              <a:rect b="b" l="l" r="r" t="t"/>
              <a:pathLst>
                <a:path extrusionOk="0" fill="none" h="13870" w="89824">
                  <a:moveTo>
                    <a:pt x="79372" y="0"/>
                  </a:moveTo>
                  <a:lnTo>
                    <a:pt x="79372" y="0"/>
                  </a:lnTo>
                  <a:lnTo>
                    <a:pt x="77764" y="380"/>
                  </a:lnTo>
                  <a:lnTo>
                    <a:pt x="76067" y="737"/>
                  </a:lnTo>
                  <a:lnTo>
                    <a:pt x="74325" y="1072"/>
                  </a:lnTo>
                  <a:lnTo>
                    <a:pt x="72494" y="1407"/>
                  </a:lnTo>
                  <a:lnTo>
                    <a:pt x="70595" y="1698"/>
                  </a:lnTo>
                  <a:lnTo>
                    <a:pt x="68652" y="1966"/>
                  </a:lnTo>
                  <a:lnTo>
                    <a:pt x="66642" y="2234"/>
                  </a:lnTo>
                  <a:lnTo>
                    <a:pt x="64565" y="2457"/>
                  </a:lnTo>
                  <a:lnTo>
                    <a:pt x="62444" y="2658"/>
                  </a:lnTo>
                  <a:lnTo>
                    <a:pt x="60278" y="2859"/>
                  </a:lnTo>
                  <a:lnTo>
                    <a:pt x="58044" y="3015"/>
                  </a:lnTo>
                  <a:lnTo>
                    <a:pt x="55789" y="3127"/>
                  </a:lnTo>
                  <a:lnTo>
                    <a:pt x="53488" y="3239"/>
                  </a:lnTo>
                  <a:lnTo>
                    <a:pt x="51143" y="3306"/>
                  </a:lnTo>
                  <a:lnTo>
                    <a:pt x="48754" y="3350"/>
                  </a:lnTo>
                  <a:lnTo>
                    <a:pt x="46364" y="3373"/>
                  </a:lnTo>
                  <a:lnTo>
                    <a:pt x="46364" y="3373"/>
                  </a:lnTo>
                  <a:lnTo>
                    <a:pt x="43952" y="3350"/>
                  </a:lnTo>
                  <a:lnTo>
                    <a:pt x="41563" y="3306"/>
                  </a:lnTo>
                  <a:lnTo>
                    <a:pt x="39218" y="3239"/>
                  </a:lnTo>
                  <a:lnTo>
                    <a:pt x="36917" y="3127"/>
                  </a:lnTo>
                  <a:lnTo>
                    <a:pt x="34662" y="3015"/>
                  </a:lnTo>
                  <a:lnTo>
                    <a:pt x="32451" y="2859"/>
                  </a:lnTo>
                  <a:lnTo>
                    <a:pt x="30262" y="2658"/>
                  </a:lnTo>
                  <a:lnTo>
                    <a:pt x="28140" y="2457"/>
                  </a:lnTo>
                  <a:lnTo>
                    <a:pt x="26086" y="2234"/>
                  </a:lnTo>
                  <a:lnTo>
                    <a:pt x="24053" y="1966"/>
                  </a:lnTo>
                  <a:lnTo>
                    <a:pt x="22111" y="1698"/>
                  </a:lnTo>
                  <a:lnTo>
                    <a:pt x="20212" y="1407"/>
                  </a:lnTo>
                  <a:lnTo>
                    <a:pt x="18381" y="1072"/>
                  </a:lnTo>
                  <a:lnTo>
                    <a:pt x="16639" y="737"/>
                  </a:lnTo>
                  <a:lnTo>
                    <a:pt x="14942" y="380"/>
                  </a:lnTo>
                  <a:lnTo>
                    <a:pt x="13334" y="0"/>
                  </a:lnTo>
                  <a:lnTo>
                    <a:pt x="13334" y="0"/>
                  </a:lnTo>
                  <a:lnTo>
                    <a:pt x="11815" y="380"/>
                  </a:lnTo>
                  <a:lnTo>
                    <a:pt x="10386" y="782"/>
                  </a:lnTo>
                  <a:lnTo>
                    <a:pt x="9046" y="1229"/>
                  </a:lnTo>
                  <a:lnTo>
                    <a:pt x="7773" y="1653"/>
                  </a:lnTo>
                  <a:lnTo>
                    <a:pt x="6589" y="2122"/>
                  </a:lnTo>
                  <a:lnTo>
                    <a:pt x="5495" y="2591"/>
                  </a:lnTo>
                  <a:lnTo>
                    <a:pt x="4490" y="3060"/>
                  </a:lnTo>
                  <a:lnTo>
                    <a:pt x="4021" y="3328"/>
                  </a:lnTo>
                  <a:lnTo>
                    <a:pt x="3574" y="3574"/>
                  </a:lnTo>
                  <a:lnTo>
                    <a:pt x="3150" y="3819"/>
                  </a:lnTo>
                  <a:lnTo>
                    <a:pt x="2770" y="4087"/>
                  </a:lnTo>
                  <a:lnTo>
                    <a:pt x="2391" y="4333"/>
                  </a:lnTo>
                  <a:lnTo>
                    <a:pt x="2056" y="4601"/>
                  </a:lnTo>
                  <a:lnTo>
                    <a:pt x="1743" y="4869"/>
                  </a:lnTo>
                  <a:lnTo>
                    <a:pt x="1430" y="5137"/>
                  </a:lnTo>
                  <a:lnTo>
                    <a:pt x="1162" y="5405"/>
                  </a:lnTo>
                  <a:lnTo>
                    <a:pt x="939" y="5673"/>
                  </a:lnTo>
                  <a:lnTo>
                    <a:pt x="716" y="5941"/>
                  </a:lnTo>
                  <a:lnTo>
                    <a:pt x="537" y="6231"/>
                  </a:lnTo>
                  <a:lnTo>
                    <a:pt x="381" y="6499"/>
                  </a:lnTo>
                  <a:lnTo>
                    <a:pt x="247" y="6790"/>
                  </a:lnTo>
                  <a:lnTo>
                    <a:pt x="135" y="7058"/>
                  </a:lnTo>
                  <a:lnTo>
                    <a:pt x="68" y="7348"/>
                  </a:lnTo>
                  <a:lnTo>
                    <a:pt x="23" y="7638"/>
                  </a:lnTo>
                  <a:lnTo>
                    <a:pt x="1" y="7929"/>
                  </a:lnTo>
                  <a:lnTo>
                    <a:pt x="1" y="7929"/>
                  </a:lnTo>
                  <a:lnTo>
                    <a:pt x="23" y="8130"/>
                  </a:lnTo>
                  <a:lnTo>
                    <a:pt x="46" y="8331"/>
                  </a:lnTo>
                  <a:lnTo>
                    <a:pt x="68" y="8532"/>
                  </a:lnTo>
                  <a:lnTo>
                    <a:pt x="135" y="8733"/>
                  </a:lnTo>
                  <a:lnTo>
                    <a:pt x="180" y="8934"/>
                  </a:lnTo>
                  <a:lnTo>
                    <a:pt x="269" y="9135"/>
                  </a:lnTo>
                  <a:lnTo>
                    <a:pt x="470" y="9537"/>
                  </a:lnTo>
                  <a:lnTo>
                    <a:pt x="716" y="9916"/>
                  </a:lnTo>
                  <a:lnTo>
                    <a:pt x="1028" y="10318"/>
                  </a:lnTo>
                  <a:lnTo>
                    <a:pt x="1386" y="10698"/>
                  </a:lnTo>
                  <a:lnTo>
                    <a:pt x="1810" y="11055"/>
                  </a:lnTo>
                  <a:lnTo>
                    <a:pt x="2279" y="11435"/>
                  </a:lnTo>
                  <a:lnTo>
                    <a:pt x="2793" y="11792"/>
                  </a:lnTo>
                  <a:lnTo>
                    <a:pt x="3351" y="12150"/>
                  </a:lnTo>
                  <a:lnTo>
                    <a:pt x="3976" y="12507"/>
                  </a:lnTo>
                  <a:lnTo>
                    <a:pt x="4624" y="12864"/>
                  </a:lnTo>
                  <a:lnTo>
                    <a:pt x="5338" y="13199"/>
                  </a:lnTo>
                  <a:lnTo>
                    <a:pt x="6075" y="13534"/>
                  </a:lnTo>
                  <a:lnTo>
                    <a:pt x="6879" y="13869"/>
                  </a:lnTo>
                  <a:lnTo>
                    <a:pt x="6879" y="13869"/>
                  </a:lnTo>
                  <a:lnTo>
                    <a:pt x="7661" y="13557"/>
                  </a:lnTo>
                  <a:lnTo>
                    <a:pt x="8487" y="13266"/>
                  </a:lnTo>
                  <a:lnTo>
                    <a:pt x="9336" y="12976"/>
                  </a:lnTo>
                  <a:lnTo>
                    <a:pt x="10229" y="12708"/>
                  </a:lnTo>
                  <a:lnTo>
                    <a:pt x="11167" y="12440"/>
                  </a:lnTo>
                  <a:lnTo>
                    <a:pt x="12128" y="12172"/>
                  </a:lnTo>
                  <a:lnTo>
                    <a:pt x="13110" y="11904"/>
                  </a:lnTo>
                  <a:lnTo>
                    <a:pt x="14138" y="11658"/>
                  </a:lnTo>
                  <a:lnTo>
                    <a:pt x="15210" y="11413"/>
                  </a:lnTo>
                  <a:lnTo>
                    <a:pt x="16282" y="11189"/>
                  </a:lnTo>
                  <a:lnTo>
                    <a:pt x="17421" y="10966"/>
                  </a:lnTo>
                  <a:lnTo>
                    <a:pt x="18560" y="10743"/>
                  </a:lnTo>
                  <a:lnTo>
                    <a:pt x="20927" y="10318"/>
                  </a:lnTo>
                  <a:lnTo>
                    <a:pt x="23428" y="9961"/>
                  </a:lnTo>
                  <a:lnTo>
                    <a:pt x="25996" y="9626"/>
                  </a:lnTo>
                  <a:lnTo>
                    <a:pt x="28676" y="9336"/>
                  </a:lnTo>
                  <a:lnTo>
                    <a:pt x="31446" y="9068"/>
                  </a:lnTo>
                  <a:lnTo>
                    <a:pt x="34304" y="8867"/>
                  </a:lnTo>
                  <a:lnTo>
                    <a:pt x="37208" y="8688"/>
                  </a:lnTo>
                  <a:lnTo>
                    <a:pt x="40200" y="8576"/>
                  </a:lnTo>
                  <a:lnTo>
                    <a:pt x="43260" y="8509"/>
                  </a:lnTo>
                  <a:lnTo>
                    <a:pt x="46364" y="8487"/>
                  </a:lnTo>
                  <a:lnTo>
                    <a:pt x="46364" y="8487"/>
                  </a:lnTo>
                  <a:lnTo>
                    <a:pt x="49468" y="8509"/>
                  </a:lnTo>
                  <a:lnTo>
                    <a:pt x="52506" y="8576"/>
                  </a:lnTo>
                  <a:lnTo>
                    <a:pt x="55498" y="8688"/>
                  </a:lnTo>
                  <a:lnTo>
                    <a:pt x="58424" y="8867"/>
                  </a:lnTo>
                  <a:lnTo>
                    <a:pt x="61260" y="9068"/>
                  </a:lnTo>
                  <a:lnTo>
                    <a:pt x="64029" y="9336"/>
                  </a:lnTo>
                  <a:lnTo>
                    <a:pt x="66709" y="9626"/>
                  </a:lnTo>
                  <a:lnTo>
                    <a:pt x="69278" y="9961"/>
                  </a:lnTo>
                  <a:lnTo>
                    <a:pt x="71779" y="10318"/>
                  </a:lnTo>
                  <a:lnTo>
                    <a:pt x="74146" y="10743"/>
                  </a:lnTo>
                  <a:lnTo>
                    <a:pt x="75308" y="10966"/>
                  </a:lnTo>
                  <a:lnTo>
                    <a:pt x="76424" y="11189"/>
                  </a:lnTo>
                  <a:lnTo>
                    <a:pt x="77496" y="11413"/>
                  </a:lnTo>
                  <a:lnTo>
                    <a:pt x="78568" y="11658"/>
                  </a:lnTo>
                  <a:lnTo>
                    <a:pt x="79596" y="11904"/>
                  </a:lnTo>
                  <a:lnTo>
                    <a:pt x="80578" y="12172"/>
                  </a:lnTo>
                  <a:lnTo>
                    <a:pt x="81538" y="12440"/>
                  </a:lnTo>
                  <a:lnTo>
                    <a:pt x="82476" y="12708"/>
                  </a:lnTo>
                  <a:lnTo>
                    <a:pt x="83370" y="12976"/>
                  </a:lnTo>
                  <a:lnTo>
                    <a:pt x="84218" y="13266"/>
                  </a:lnTo>
                  <a:lnTo>
                    <a:pt x="85045" y="13557"/>
                  </a:lnTo>
                  <a:lnTo>
                    <a:pt x="85826" y="13869"/>
                  </a:lnTo>
                  <a:lnTo>
                    <a:pt x="85826" y="13869"/>
                  </a:lnTo>
                  <a:lnTo>
                    <a:pt x="86965" y="13378"/>
                  </a:lnTo>
                  <a:lnTo>
                    <a:pt x="88015" y="12887"/>
                  </a:lnTo>
                  <a:lnTo>
                    <a:pt x="88506" y="12641"/>
                  </a:lnTo>
                  <a:lnTo>
                    <a:pt x="88975" y="12395"/>
                  </a:lnTo>
                  <a:lnTo>
                    <a:pt x="89400" y="12127"/>
                  </a:lnTo>
                  <a:lnTo>
                    <a:pt x="89824" y="11859"/>
                  </a:lnTo>
                  <a:lnTo>
                    <a:pt x="89824" y="3998"/>
                  </a:lnTo>
                  <a:lnTo>
                    <a:pt x="89824" y="3998"/>
                  </a:lnTo>
                  <a:lnTo>
                    <a:pt x="89377" y="3708"/>
                  </a:lnTo>
                  <a:lnTo>
                    <a:pt x="88886" y="3440"/>
                  </a:lnTo>
                  <a:lnTo>
                    <a:pt x="88395" y="3149"/>
                  </a:lnTo>
                  <a:lnTo>
                    <a:pt x="87859" y="2881"/>
                  </a:lnTo>
                  <a:lnTo>
                    <a:pt x="87300" y="2613"/>
                  </a:lnTo>
                  <a:lnTo>
                    <a:pt x="86697" y="2368"/>
                  </a:lnTo>
                  <a:lnTo>
                    <a:pt x="86094" y="2100"/>
                  </a:lnTo>
                  <a:lnTo>
                    <a:pt x="85447" y="1854"/>
                  </a:lnTo>
                  <a:lnTo>
                    <a:pt x="84084" y="1363"/>
                  </a:lnTo>
                  <a:lnTo>
                    <a:pt x="82610" y="871"/>
                  </a:lnTo>
                  <a:lnTo>
                    <a:pt x="81047" y="425"/>
                  </a:lnTo>
                  <a:lnTo>
                    <a:pt x="79372" y="0"/>
                  </a:lnTo>
                  <a:lnTo>
                    <a:pt x="79372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48" name="Google Shape;248;p11"/>
            <p:cNvSpPr/>
            <p:nvPr/>
          </p:nvSpPr>
          <p:spPr>
            <a:xfrm>
              <a:off x="4306084" y="2701610"/>
              <a:ext cx="4837921" cy="1036913"/>
            </a:xfrm>
            <a:custGeom>
              <a:rect b="b" l="l" r="r" t="t"/>
              <a:pathLst>
                <a:path extrusionOk="0" fill="none" h="19252" w="89824">
                  <a:moveTo>
                    <a:pt x="46364" y="1"/>
                  </a:moveTo>
                  <a:lnTo>
                    <a:pt x="46364" y="1"/>
                  </a:lnTo>
                  <a:lnTo>
                    <a:pt x="43974" y="1"/>
                  </a:lnTo>
                  <a:lnTo>
                    <a:pt x="41607" y="45"/>
                  </a:lnTo>
                  <a:lnTo>
                    <a:pt x="39307" y="135"/>
                  </a:lnTo>
                  <a:lnTo>
                    <a:pt x="37007" y="224"/>
                  </a:lnTo>
                  <a:lnTo>
                    <a:pt x="34773" y="358"/>
                  </a:lnTo>
                  <a:lnTo>
                    <a:pt x="32562" y="492"/>
                  </a:lnTo>
                  <a:lnTo>
                    <a:pt x="30418" y="671"/>
                  </a:lnTo>
                  <a:lnTo>
                    <a:pt x="28319" y="872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34" y="1631"/>
                  </a:lnTo>
                  <a:lnTo>
                    <a:pt x="20436" y="1921"/>
                  </a:lnTo>
                  <a:lnTo>
                    <a:pt x="18627" y="2234"/>
                  </a:lnTo>
                  <a:lnTo>
                    <a:pt x="16885" y="2569"/>
                  </a:lnTo>
                  <a:lnTo>
                    <a:pt x="15187" y="2926"/>
                  </a:lnTo>
                  <a:lnTo>
                    <a:pt x="13579" y="3306"/>
                  </a:lnTo>
                  <a:lnTo>
                    <a:pt x="12038" y="3708"/>
                  </a:lnTo>
                  <a:lnTo>
                    <a:pt x="10587" y="4110"/>
                  </a:lnTo>
                  <a:lnTo>
                    <a:pt x="9224" y="4534"/>
                  </a:lnTo>
                  <a:lnTo>
                    <a:pt x="7929" y="4981"/>
                  </a:lnTo>
                  <a:lnTo>
                    <a:pt x="6723" y="5450"/>
                  </a:lnTo>
                  <a:lnTo>
                    <a:pt x="5606" y="5919"/>
                  </a:lnTo>
                  <a:lnTo>
                    <a:pt x="4579" y="6410"/>
                  </a:lnTo>
                  <a:lnTo>
                    <a:pt x="4110" y="6656"/>
                  </a:lnTo>
                  <a:lnTo>
                    <a:pt x="3641" y="6901"/>
                  </a:lnTo>
                  <a:lnTo>
                    <a:pt x="3217" y="7169"/>
                  </a:lnTo>
                  <a:lnTo>
                    <a:pt x="2815" y="7415"/>
                  </a:lnTo>
                  <a:lnTo>
                    <a:pt x="2435" y="7683"/>
                  </a:lnTo>
                  <a:lnTo>
                    <a:pt x="2100" y="7951"/>
                  </a:lnTo>
                  <a:lnTo>
                    <a:pt x="1765" y="8219"/>
                  </a:lnTo>
                  <a:lnTo>
                    <a:pt x="1475" y="8487"/>
                  </a:lnTo>
                  <a:lnTo>
                    <a:pt x="1185" y="8755"/>
                  </a:lnTo>
                  <a:lnTo>
                    <a:pt x="961" y="9023"/>
                  </a:lnTo>
                  <a:lnTo>
                    <a:pt x="738" y="9313"/>
                  </a:lnTo>
                  <a:lnTo>
                    <a:pt x="537" y="9581"/>
                  </a:lnTo>
                  <a:lnTo>
                    <a:pt x="381" y="9872"/>
                  </a:lnTo>
                  <a:lnTo>
                    <a:pt x="247" y="10140"/>
                  </a:lnTo>
                  <a:lnTo>
                    <a:pt x="135" y="10430"/>
                  </a:lnTo>
                  <a:lnTo>
                    <a:pt x="68" y="10720"/>
                  </a:lnTo>
                  <a:lnTo>
                    <a:pt x="23" y="11011"/>
                  </a:lnTo>
                  <a:lnTo>
                    <a:pt x="1" y="11301"/>
                  </a:lnTo>
                  <a:lnTo>
                    <a:pt x="1" y="11301"/>
                  </a:lnTo>
                  <a:lnTo>
                    <a:pt x="23" y="11591"/>
                  </a:lnTo>
                  <a:lnTo>
                    <a:pt x="68" y="11882"/>
                  </a:lnTo>
                  <a:lnTo>
                    <a:pt x="135" y="12172"/>
                  </a:lnTo>
                  <a:lnTo>
                    <a:pt x="247" y="12462"/>
                  </a:lnTo>
                  <a:lnTo>
                    <a:pt x="381" y="12730"/>
                  </a:lnTo>
                  <a:lnTo>
                    <a:pt x="537" y="13021"/>
                  </a:lnTo>
                  <a:lnTo>
                    <a:pt x="716" y="13289"/>
                  </a:lnTo>
                  <a:lnTo>
                    <a:pt x="939" y="13557"/>
                  </a:lnTo>
                  <a:lnTo>
                    <a:pt x="1162" y="13847"/>
                  </a:lnTo>
                  <a:lnTo>
                    <a:pt x="1430" y="14115"/>
                  </a:lnTo>
                  <a:lnTo>
                    <a:pt x="1743" y="14383"/>
                  </a:lnTo>
                  <a:lnTo>
                    <a:pt x="2056" y="14629"/>
                  </a:lnTo>
                  <a:lnTo>
                    <a:pt x="2391" y="14897"/>
                  </a:lnTo>
                  <a:lnTo>
                    <a:pt x="2770" y="15165"/>
                  </a:lnTo>
                  <a:lnTo>
                    <a:pt x="3150" y="15410"/>
                  </a:lnTo>
                  <a:lnTo>
                    <a:pt x="3574" y="15678"/>
                  </a:lnTo>
                  <a:lnTo>
                    <a:pt x="4021" y="15924"/>
                  </a:lnTo>
                  <a:lnTo>
                    <a:pt x="4490" y="16170"/>
                  </a:lnTo>
                  <a:lnTo>
                    <a:pt x="5495" y="16661"/>
                  </a:lnTo>
                  <a:lnTo>
                    <a:pt x="6589" y="17130"/>
                  </a:lnTo>
                  <a:lnTo>
                    <a:pt x="7773" y="17577"/>
                  </a:lnTo>
                  <a:lnTo>
                    <a:pt x="9046" y="18023"/>
                  </a:lnTo>
                  <a:lnTo>
                    <a:pt x="10386" y="18447"/>
                  </a:lnTo>
                  <a:lnTo>
                    <a:pt x="11815" y="18849"/>
                  </a:lnTo>
                  <a:lnTo>
                    <a:pt x="13334" y="19251"/>
                  </a:lnTo>
                  <a:lnTo>
                    <a:pt x="13334" y="19251"/>
                  </a:lnTo>
                  <a:lnTo>
                    <a:pt x="14942" y="18872"/>
                  </a:lnTo>
                  <a:lnTo>
                    <a:pt x="16639" y="18492"/>
                  </a:lnTo>
                  <a:lnTo>
                    <a:pt x="18381" y="18157"/>
                  </a:lnTo>
                  <a:lnTo>
                    <a:pt x="20212" y="17845"/>
                  </a:lnTo>
                  <a:lnTo>
                    <a:pt x="22111" y="17532"/>
                  </a:lnTo>
                  <a:lnTo>
                    <a:pt x="24053" y="17264"/>
                  </a:lnTo>
                  <a:lnTo>
                    <a:pt x="26086" y="16996"/>
                  </a:lnTo>
                  <a:lnTo>
                    <a:pt x="28140" y="16773"/>
                  </a:lnTo>
                  <a:lnTo>
                    <a:pt x="30262" y="16572"/>
                  </a:lnTo>
                  <a:lnTo>
                    <a:pt x="32451" y="16393"/>
                  </a:lnTo>
                  <a:lnTo>
                    <a:pt x="34662" y="16237"/>
                  </a:lnTo>
                  <a:lnTo>
                    <a:pt x="36917" y="16103"/>
                  </a:lnTo>
                  <a:lnTo>
                    <a:pt x="39218" y="15991"/>
                  </a:lnTo>
                  <a:lnTo>
                    <a:pt x="41563" y="15924"/>
                  </a:lnTo>
                  <a:lnTo>
                    <a:pt x="43952" y="15879"/>
                  </a:lnTo>
                  <a:lnTo>
                    <a:pt x="46364" y="15857"/>
                  </a:lnTo>
                  <a:lnTo>
                    <a:pt x="46364" y="15857"/>
                  </a:lnTo>
                  <a:lnTo>
                    <a:pt x="48754" y="15879"/>
                  </a:lnTo>
                  <a:lnTo>
                    <a:pt x="51143" y="15924"/>
                  </a:lnTo>
                  <a:lnTo>
                    <a:pt x="53488" y="15991"/>
                  </a:lnTo>
                  <a:lnTo>
                    <a:pt x="55789" y="16103"/>
                  </a:lnTo>
                  <a:lnTo>
                    <a:pt x="58044" y="16237"/>
                  </a:lnTo>
                  <a:lnTo>
                    <a:pt x="60278" y="16393"/>
                  </a:lnTo>
                  <a:lnTo>
                    <a:pt x="62444" y="16572"/>
                  </a:lnTo>
                  <a:lnTo>
                    <a:pt x="64565" y="16773"/>
                  </a:lnTo>
                  <a:lnTo>
                    <a:pt x="66642" y="16996"/>
                  </a:lnTo>
                  <a:lnTo>
                    <a:pt x="68652" y="17264"/>
                  </a:lnTo>
                  <a:lnTo>
                    <a:pt x="70595" y="17532"/>
                  </a:lnTo>
                  <a:lnTo>
                    <a:pt x="72494" y="17845"/>
                  </a:lnTo>
                  <a:lnTo>
                    <a:pt x="74325" y="18157"/>
                  </a:lnTo>
                  <a:lnTo>
                    <a:pt x="76067" y="18492"/>
                  </a:lnTo>
                  <a:lnTo>
                    <a:pt x="77764" y="18872"/>
                  </a:lnTo>
                  <a:lnTo>
                    <a:pt x="79372" y="19251"/>
                  </a:lnTo>
                  <a:lnTo>
                    <a:pt x="79372" y="19251"/>
                  </a:lnTo>
                  <a:lnTo>
                    <a:pt x="81047" y="18805"/>
                  </a:lnTo>
                  <a:lnTo>
                    <a:pt x="82610" y="18358"/>
                  </a:lnTo>
                  <a:lnTo>
                    <a:pt x="84084" y="17889"/>
                  </a:lnTo>
                  <a:lnTo>
                    <a:pt x="85447" y="17398"/>
                  </a:lnTo>
                  <a:lnTo>
                    <a:pt x="86094" y="17130"/>
                  </a:lnTo>
                  <a:lnTo>
                    <a:pt x="86697" y="16884"/>
                  </a:lnTo>
                  <a:lnTo>
                    <a:pt x="87300" y="16616"/>
                  </a:lnTo>
                  <a:lnTo>
                    <a:pt x="87859" y="16348"/>
                  </a:lnTo>
                  <a:lnTo>
                    <a:pt x="88395" y="16080"/>
                  </a:lnTo>
                  <a:lnTo>
                    <a:pt x="88886" y="15812"/>
                  </a:lnTo>
                  <a:lnTo>
                    <a:pt x="89377" y="15522"/>
                  </a:lnTo>
                  <a:lnTo>
                    <a:pt x="89824" y="15254"/>
                  </a:lnTo>
                  <a:lnTo>
                    <a:pt x="89824" y="7370"/>
                  </a:lnTo>
                  <a:lnTo>
                    <a:pt x="89824" y="7370"/>
                  </a:lnTo>
                  <a:lnTo>
                    <a:pt x="89176" y="6968"/>
                  </a:lnTo>
                  <a:lnTo>
                    <a:pt x="88462" y="6566"/>
                  </a:lnTo>
                  <a:lnTo>
                    <a:pt x="87702" y="6187"/>
                  </a:lnTo>
                  <a:lnTo>
                    <a:pt x="86876" y="5807"/>
                  </a:lnTo>
                  <a:lnTo>
                    <a:pt x="86005" y="5450"/>
                  </a:lnTo>
                  <a:lnTo>
                    <a:pt x="85067" y="5092"/>
                  </a:lnTo>
                  <a:lnTo>
                    <a:pt x="84084" y="4735"/>
                  </a:lnTo>
                  <a:lnTo>
                    <a:pt x="83057" y="4400"/>
                  </a:lnTo>
                  <a:lnTo>
                    <a:pt x="81985" y="4065"/>
                  </a:lnTo>
                  <a:lnTo>
                    <a:pt x="80846" y="3752"/>
                  </a:lnTo>
                  <a:lnTo>
                    <a:pt x="79663" y="3440"/>
                  </a:lnTo>
                  <a:lnTo>
                    <a:pt x="78434" y="3149"/>
                  </a:lnTo>
                  <a:lnTo>
                    <a:pt x="77161" y="2859"/>
                  </a:lnTo>
                  <a:lnTo>
                    <a:pt x="75844" y="2569"/>
                  </a:lnTo>
                  <a:lnTo>
                    <a:pt x="74504" y="2323"/>
                  </a:lnTo>
                  <a:lnTo>
                    <a:pt x="73097" y="2055"/>
                  </a:lnTo>
                  <a:lnTo>
                    <a:pt x="71667" y="1832"/>
                  </a:lnTo>
                  <a:lnTo>
                    <a:pt x="70193" y="1609"/>
                  </a:lnTo>
                  <a:lnTo>
                    <a:pt x="68675" y="1385"/>
                  </a:lnTo>
                  <a:lnTo>
                    <a:pt x="67134" y="1184"/>
                  </a:lnTo>
                  <a:lnTo>
                    <a:pt x="65548" y="1006"/>
                  </a:lnTo>
                  <a:lnTo>
                    <a:pt x="63940" y="827"/>
                  </a:lnTo>
                  <a:lnTo>
                    <a:pt x="62310" y="671"/>
                  </a:lnTo>
                  <a:lnTo>
                    <a:pt x="60635" y="537"/>
                  </a:lnTo>
                  <a:lnTo>
                    <a:pt x="58938" y="425"/>
                  </a:lnTo>
                  <a:lnTo>
                    <a:pt x="57196" y="313"/>
                  </a:lnTo>
                  <a:lnTo>
                    <a:pt x="55454" y="202"/>
                  </a:lnTo>
                  <a:lnTo>
                    <a:pt x="53667" y="135"/>
                  </a:lnTo>
                  <a:lnTo>
                    <a:pt x="51880" y="68"/>
                  </a:lnTo>
                  <a:lnTo>
                    <a:pt x="50049" y="23"/>
                  </a:lnTo>
                  <a:lnTo>
                    <a:pt x="48218" y="1"/>
                  </a:lnTo>
                  <a:lnTo>
                    <a:pt x="46364" y="1"/>
                  </a:lnTo>
                  <a:lnTo>
                    <a:pt x="46364" y="1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249" name="Google Shape;249;p11"/>
          <p:cNvSpPr txBox="1"/>
          <p:nvPr>
            <p:ph idx="1" type="subTitle"/>
          </p:nvPr>
        </p:nvSpPr>
        <p:spPr>
          <a:xfrm>
            <a:off x="278850" y="2976125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0" name="Google Shape;250;p11"/>
          <p:cNvSpPr txBox="1"/>
          <p:nvPr>
            <p:ph idx="3" type="subTitle"/>
          </p:nvPr>
        </p:nvSpPr>
        <p:spPr>
          <a:xfrm>
            <a:off x="1720650" y="25893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1" name="Google Shape;251;p11"/>
          <p:cNvSpPr txBox="1"/>
          <p:nvPr>
            <p:ph idx="4" type="subTitle"/>
          </p:nvPr>
        </p:nvSpPr>
        <p:spPr>
          <a:xfrm>
            <a:off x="3155400" y="230665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2" name="Google Shape;252;p11"/>
          <p:cNvSpPr txBox="1"/>
          <p:nvPr>
            <p:ph idx="5" type="subTitle"/>
          </p:nvPr>
        </p:nvSpPr>
        <p:spPr>
          <a:xfrm>
            <a:off x="4597200" y="19932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3" name="Google Shape;253;p11"/>
          <p:cNvSpPr txBox="1"/>
          <p:nvPr>
            <p:ph idx="6" type="subTitle"/>
          </p:nvPr>
        </p:nvSpPr>
        <p:spPr>
          <a:xfrm>
            <a:off x="6031950" y="16491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4" name="Google Shape;254;p11"/>
          <p:cNvSpPr txBox="1"/>
          <p:nvPr>
            <p:ph idx="7" type="subTitle"/>
          </p:nvPr>
        </p:nvSpPr>
        <p:spPr>
          <a:xfrm>
            <a:off x="7473750" y="127795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55" name="Google Shape;255;p11"/>
          <p:cNvGrpSpPr/>
          <p:nvPr/>
        </p:nvGrpSpPr>
        <p:grpSpPr>
          <a:xfrm>
            <a:off x="2674998" y="2923250"/>
            <a:ext cx="6470027" cy="2221724"/>
            <a:chOff x="2674998" y="2923250"/>
            <a:chExt cx="6470027" cy="2221724"/>
          </a:xfrm>
        </p:grpSpPr>
        <p:sp>
          <p:nvSpPr>
            <p:cNvPr id="256" name="Google Shape;256;p11"/>
            <p:cNvSpPr/>
            <p:nvPr/>
          </p:nvSpPr>
          <p:spPr>
            <a:xfrm flipH="1">
              <a:off x="2674998" y="2923250"/>
              <a:ext cx="6469577" cy="2221028"/>
            </a:xfrm>
            <a:custGeom>
              <a:rect b="b" l="l" r="r" t="t"/>
              <a:pathLst>
                <a:path extrusionOk="0" h="140705" w="409856">
                  <a:moveTo>
                    <a:pt x="31655" y="0"/>
                  </a:moveTo>
                  <a:lnTo>
                    <a:pt x="0" y="140608"/>
                  </a:lnTo>
                  <a:lnTo>
                    <a:pt x="198782" y="140640"/>
                  </a:lnTo>
                  <a:lnTo>
                    <a:pt x="409856" y="14070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</p:sp>
        <p:sp>
          <p:nvSpPr>
            <p:cNvPr id="257" name="Google Shape;257;p11"/>
            <p:cNvSpPr/>
            <p:nvPr/>
          </p:nvSpPr>
          <p:spPr>
            <a:xfrm flipH="1">
              <a:off x="8645446" y="2924025"/>
              <a:ext cx="499579" cy="2220949"/>
            </a:xfrm>
            <a:custGeom>
              <a:rect b="b" l="l" r="r" t="t"/>
              <a:pathLst>
                <a:path extrusionOk="0" h="140700" w="31649">
                  <a:moveTo>
                    <a:pt x="31649" y="0"/>
                  </a:moveTo>
                  <a:lnTo>
                    <a:pt x="0" y="140700"/>
                  </a:lnTo>
                  <a:lnTo>
                    <a:pt x="65" y="5318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sp>
        <p:nvSpPr>
          <p:cNvPr id="258" name="Google Shape;258;p11"/>
          <p:cNvSpPr txBox="1"/>
          <p:nvPr>
            <p:ph idx="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1_1_1_1_1_1_1_1_7"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2"/>
          <p:cNvSpPr/>
          <p:nvPr/>
        </p:nvSpPr>
        <p:spPr>
          <a:xfrm>
            <a:off x="5050850" y="3243900"/>
            <a:ext cx="4093093" cy="1899657"/>
          </a:xfrm>
          <a:custGeom>
            <a:rect b="b" l="l" r="r" t="t"/>
            <a:pathLst>
              <a:path extrusionOk="0" fill="none" h="54955" w="115714">
                <a:moveTo>
                  <a:pt x="115714" y="0"/>
                </a:moveTo>
                <a:lnTo>
                  <a:pt x="115714" y="0"/>
                </a:lnTo>
                <a:lnTo>
                  <a:pt x="113184" y="224"/>
                </a:lnTo>
                <a:lnTo>
                  <a:pt x="110579" y="447"/>
                </a:lnTo>
                <a:lnTo>
                  <a:pt x="107938" y="744"/>
                </a:lnTo>
                <a:lnTo>
                  <a:pt x="105296" y="1079"/>
                </a:lnTo>
                <a:lnTo>
                  <a:pt x="102580" y="1451"/>
                </a:lnTo>
                <a:lnTo>
                  <a:pt x="99827" y="1898"/>
                </a:lnTo>
                <a:lnTo>
                  <a:pt x="97036" y="2382"/>
                </a:lnTo>
                <a:lnTo>
                  <a:pt x="94208" y="2902"/>
                </a:lnTo>
                <a:lnTo>
                  <a:pt x="91381" y="3461"/>
                </a:lnTo>
                <a:lnTo>
                  <a:pt x="88516" y="4093"/>
                </a:lnTo>
                <a:lnTo>
                  <a:pt x="85614" y="4763"/>
                </a:lnTo>
                <a:lnTo>
                  <a:pt x="82674" y="5470"/>
                </a:lnTo>
                <a:lnTo>
                  <a:pt x="79735" y="6251"/>
                </a:lnTo>
                <a:lnTo>
                  <a:pt x="76758" y="7032"/>
                </a:lnTo>
                <a:lnTo>
                  <a:pt x="73782" y="7925"/>
                </a:lnTo>
                <a:lnTo>
                  <a:pt x="70805" y="8818"/>
                </a:lnTo>
                <a:lnTo>
                  <a:pt x="70805" y="8818"/>
                </a:lnTo>
                <a:lnTo>
                  <a:pt x="67308" y="9935"/>
                </a:lnTo>
                <a:lnTo>
                  <a:pt x="63885" y="11088"/>
                </a:lnTo>
                <a:lnTo>
                  <a:pt x="60499" y="12279"/>
                </a:lnTo>
                <a:lnTo>
                  <a:pt x="57187" y="13506"/>
                </a:lnTo>
                <a:lnTo>
                  <a:pt x="53950" y="14772"/>
                </a:lnTo>
                <a:lnTo>
                  <a:pt x="50788" y="16074"/>
                </a:lnTo>
                <a:lnTo>
                  <a:pt x="47662" y="17413"/>
                </a:lnTo>
                <a:lnTo>
                  <a:pt x="44611" y="18753"/>
                </a:lnTo>
                <a:lnTo>
                  <a:pt x="41635" y="20167"/>
                </a:lnTo>
                <a:lnTo>
                  <a:pt x="38770" y="21580"/>
                </a:lnTo>
                <a:lnTo>
                  <a:pt x="35942" y="22994"/>
                </a:lnTo>
                <a:lnTo>
                  <a:pt x="33226" y="24445"/>
                </a:lnTo>
                <a:lnTo>
                  <a:pt x="30547" y="25934"/>
                </a:lnTo>
                <a:lnTo>
                  <a:pt x="28017" y="27422"/>
                </a:lnTo>
                <a:lnTo>
                  <a:pt x="25524" y="28947"/>
                </a:lnTo>
                <a:lnTo>
                  <a:pt x="23180" y="30473"/>
                </a:lnTo>
                <a:lnTo>
                  <a:pt x="20873" y="31998"/>
                </a:lnTo>
                <a:lnTo>
                  <a:pt x="18715" y="33561"/>
                </a:lnTo>
                <a:lnTo>
                  <a:pt x="16632" y="35086"/>
                </a:lnTo>
                <a:lnTo>
                  <a:pt x="14660" y="36649"/>
                </a:lnTo>
                <a:lnTo>
                  <a:pt x="12762" y="38212"/>
                </a:lnTo>
                <a:lnTo>
                  <a:pt x="11013" y="39775"/>
                </a:lnTo>
                <a:lnTo>
                  <a:pt x="9376" y="41337"/>
                </a:lnTo>
                <a:lnTo>
                  <a:pt x="7814" y="42900"/>
                </a:lnTo>
                <a:lnTo>
                  <a:pt x="6400" y="44425"/>
                </a:lnTo>
                <a:lnTo>
                  <a:pt x="5098" y="45988"/>
                </a:lnTo>
                <a:lnTo>
                  <a:pt x="4502" y="46732"/>
                </a:lnTo>
                <a:lnTo>
                  <a:pt x="3944" y="47514"/>
                </a:lnTo>
                <a:lnTo>
                  <a:pt x="3386" y="48258"/>
                </a:lnTo>
                <a:lnTo>
                  <a:pt x="2902" y="49039"/>
                </a:lnTo>
                <a:lnTo>
                  <a:pt x="2419" y="49783"/>
                </a:lnTo>
                <a:lnTo>
                  <a:pt x="1972" y="50527"/>
                </a:lnTo>
                <a:lnTo>
                  <a:pt x="1563" y="51272"/>
                </a:lnTo>
                <a:lnTo>
                  <a:pt x="1191" y="52016"/>
                </a:lnTo>
                <a:lnTo>
                  <a:pt x="819" y="52760"/>
                </a:lnTo>
                <a:lnTo>
                  <a:pt x="521" y="53504"/>
                </a:lnTo>
                <a:lnTo>
                  <a:pt x="223" y="54248"/>
                </a:lnTo>
                <a:lnTo>
                  <a:pt x="0" y="54955"/>
                </a:lnTo>
                <a:lnTo>
                  <a:pt x="115714" y="54955"/>
                </a:lnTo>
                <a:lnTo>
                  <a:pt x="115714" y="0"/>
                </a:lnTo>
                <a:lnTo>
                  <a:pt x="115714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61" name="Google Shape;261;p12"/>
          <p:cNvSpPr/>
          <p:nvPr/>
        </p:nvSpPr>
        <p:spPr>
          <a:xfrm>
            <a:off x="6123025" y="-3887"/>
            <a:ext cx="3022650" cy="837525"/>
          </a:xfrm>
          <a:custGeom>
            <a:rect b="b" l="l" r="r" t="t"/>
            <a:pathLst>
              <a:path extrusionOk="0" h="33501" w="120906">
                <a:moveTo>
                  <a:pt x="0" y="1"/>
                </a:moveTo>
                <a:lnTo>
                  <a:pt x="36409" y="33501"/>
                </a:lnTo>
                <a:lnTo>
                  <a:pt x="120847" y="20748"/>
                </a:lnTo>
                <a:lnTo>
                  <a:pt x="120906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  <a:effectLst>
            <a:outerShdw blurRad="700088" rotWithShape="0" algn="bl" dir="5700000" dist="219075">
              <a:schemeClr val="lt2">
                <a:alpha val="40000"/>
              </a:schemeClr>
            </a:outerShdw>
          </a:effectLst>
        </p:spPr>
      </p:sp>
      <p:sp>
        <p:nvSpPr>
          <p:cNvPr id="262" name="Google Shape;262;p12"/>
          <p:cNvSpPr txBox="1"/>
          <p:nvPr>
            <p:ph type="title"/>
          </p:nvPr>
        </p:nvSpPr>
        <p:spPr>
          <a:xfrm>
            <a:off x="1143300" y="1526963"/>
            <a:ext cx="2197500" cy="40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263" name="Google Shape;263;p12"/>
          <p:cNvSpPr txBox="1"/>
          <p:nvPr>
            <p:ph idx="2" type="title"/>
          </p:nvPr>
        </p:nvSpPr>
        <p:spPr>
          <a:xfrm>
            <a:off x="3820750" y="1526963"/>
            <a:ext cx="2197500" cy="402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264" name="Google Shape;264;p12"/>
          <p:cNvSpPr txBox="1"/>
          <p:nvPr>
            <p:ph idx="3" type="title"/>
          </p:nvPr>
        </p:nvSpPr>
        <p:spPr>
          <a:xfrm>
            <a:off x="1129950" y="1992625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5" name="Google Shape;265;p12"/>
          <p:cNvSpPr txBox="1"/>
          <p:nvPr>
            <p:ph idx="4" type="title"/>
          </p:nvPr>
        </p:nvSpPr>
        <p:spPr>
          <a:xfrm>
            <a:off x="1129950" y="2801602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6" name="Google Shape;266;p12"/>
          <p:cNvSpPr txBox="1"/>
          <p:nvPr>
            <p:ph idx="5" type="title"/>
          </p:nvPr>
        </p:nvSpPr>
        <p:spPr>
          <a:xfrm>
            <a:off x="1129950" y="3610580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7" name="Google Shape;267;p12"/>
          <p:cNvSpPr txBox="1"/>
          <p:nvPr>
            <p:ph idx="6" type="title"/>
          </p:nvPr>
        </p:nvSpPr>
        <p:spPr>
          <a:xfrm>
            <a:off x="3820750" y="1992625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8" name="Google Shape;268;p12"/>
          <p:cNvSpPr txBox="1"/>
          <p:nvPr>
            <p:ph idx="7" type="title"/>
          </p:nvPr>
        </p:nvSpPr>
        <p:spPr>
          <a:xfrm>
            <a:off x="3820750" y="2801550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9" name="Google Shape;269;p12"/>
          <p:cNvSpPr txBox="1"/>
          <p:nvPr>
            <p:ph idx="8" type="title"/>
          </p:nvPr>
        </p:nvSpPr>
        <p:spPr>
          <a:xfrm>
            <a:off x="3820750" y="3610475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2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71" name="Google Shape;271;p12"/>
          <p:cNvSpPr txBox="1"/>
          <p:nvPr>
            <p:ph idx="13" type="title"/>
          </p:nvPr>
        </p:nvSpPr>
        <p:spPr>
          <a:xfrm>
            <a:off x="115025" y="502775"/>
            <a:ext cx="64404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72" name="Google Shape;272;p12"/>
          <p:cNvSpPr txBox="1"/>
          <p:nvPr>
            <p:ph idx="14" type="title"/>
          </p:nvPr>
        </p:nvSpPr>
        <p:spPr>
          <a:xfrm>
            <a:off x="228600" y="21273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73" name="Google Shape;273;p12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274" name="Google Shape;274;p12"/>
          <p:cNvSpPr txBox="1"/>
          <p:nvPr>
            <p:ph idx="16" type="title"/>
          </p:nvPr>
        </p:nvSpPr>
        <p:spPr>
          <a:xfrm>
            <a:off x="228600" y="29362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75" name="Google Shape;275;p12"/>
          <p:cNvSpPr txBox="1"/>
          <p:nvPr>
            <p:ph idx="17" type="title"/>
          </p:nvPr>
        </p:nvSpPr>
        <p:spPr>
          <a:xfrm>
            <a:off x="228600" y="37451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241">
          <p15:clr>
            <a:srgbClr val="E46962"/>
          </p15:clr>
        </p15:guide>
        <p15:guide id="2" orient="horz" pos="1755">
          <p15:clr>
            <a:srgbClr val="E46962"/>
          </p15:clr>
        </p15:guide>
        <p15:guide id="3" orient="horz" pos="2267">
          <p15:clr>
            <a:srgbClr val="E46962"/>
          </p15:clr>
        </p15:guide>
        <p15:guide id="4" orient="horz" pos="2778">
          <p15:clr>
            <a:srgbClr val="E4696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hart">
  <p:cSld name="BLANK_1_1_1_1_1_1_1_1_1_1_7_1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/>
          <p:nvPr/>
        </p:nvSpPr>
        <p:spPr>
          <a:xfrm flipH="1" rot="-1079220">
            <a:off x="-2010221" y="4250160"/>
            <a:ext cx="4477637" cy="804981"/>
          </a:xfrm>
          <a:prstGeom prst="chord">
            <a:avLst>
              <a:gd fmla="val 2752926" name="adj1"/>
              <a:gd fmla="val 1719354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278" name="Google Shape;278;p13"/>
          <p:cNvGrpSpPr/>
          <p:nvPr/>
        </p:nvGrpSpPr>
        <p:grpSpPr>
          <a:xfrm rot="-5400000">
            <a:off x="4030013" y="41713"/>
            <a:ext cx="1026300" cy="9201675"/>
            <a:chOff x="670045" y="-5692564"/>
            <a:chExt cx="1026300" cy="9201675"/>
          </a:xfrm>
        </p:grpSpPr>
        <p:sp>
          <p:nvSpPr>
            <p:cNvPr id="279" name="Google Shape;279;p13"/>
            <p:cNvSpPr/>
            <p:nvPr/>
          </p:nvSpPr>
          <p:spPr>
            <a:xfrm>
              <a:off x="675320" y="-5692564"/>
              <a:ext cx="1010925" cy="7239975"/>
            </a:xfrm>
            <a:custGeom>
              <a:rect b="b" l="l" r="r" t="t"/>
              <a:pathLst>
                <a:path extrusionOk="0" h="289599" w="40437">
                  <a:moveTo>
                    <a:pt x="40437" y="287489"/>
                  </a:moveTo>
                  <a:lnTo>
                    <a:pt x="0" y="0"/>
                  </a:lnTo>
                  <a:lnTo>
                    <a:pt x="242" y="276278"/>
                  </a:lnTo>
                  <a:lnTo>
                    <a:pt x="238" y="28959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280" name="Google Shape;280;p13"/>
            <p:cNvSpPr/>
            <p:nvPr/>
          </p:nvSpPr>
          <p:spPr>
            <a:xfrm>
              <a:off x="670045" y="1494661"/>
              <a:ext cx="1026300" cy="2014450"/>
            </a:xfrm>
            <a:custGeom>
              <a:rect b="b" l="l" r="r" t="t"/>
              <a:pathLst>
                <a:path extrusionOk="0" h="80578" w="41052">
                  <a:moveTo>
                    <a:pt x="499" y="80578"/>
                  </a:moveTo>
                  <a:lnTo>
                    <a:pt x="15982" y="73724"/>
                  </a:lnTo>
                  <a:lnTo>
                    <a:pt x="41052" y="0"/>
                  </a:lnTo>
                  <a:lnTo>
                    <a:pt x="472" y="1824"/>
                  </a:lnTo>
                  <a:lnTo>
                    <a:pt x="0" y="39674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37000">
                  <a:schemeClr val="lt2"/>
                </a:gs>
                <a:gs pos="92000">
                  <a:schemeClr val="accent1"/>
                </a:gs>
                <a:gs pos="100000">
                  <a:schemeClr val="accent1"/>
                </a:gs>
              </a:gsLst>
              <a:lin ang="13500032" scaled="0"/>
            </a:gradFill>
            <a:ln>
              <a:noFill/>
            </a:ln>
          </p:spPr>
        </p:sp>
      </p:grpSp>
      <p:sp>
        <p:nvSpPr>
          <p:cNvPr id="281" name="Google Shape;281;p13"/>
          <p:cNvSpPr txBox="1"/>
          <p:nvPr>
            <p:ph type="title"/>
          </p:nvPr>
        </p:nvSpPr>
        <p:spPr>
          <a:xfrm>
            <a:off x="37200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2" name="Google Shape;282;p13"/>
          <p:cNvSpPr txBox="1"/>
          <p:nvPr>
            <p:ph idx="2" type="title"/>
          </p:nvPr>
        </p:nvSpPr>
        <p:spPr>
          <a:xfrm>
            <a:off x="71489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3" name="Google Shape;283;p13"/>
          <p:cNvSpPr txBox="1"/>
          <p:nvPr>
            <p:ph idx="3" type="title"/>
          </p:nvPr>
        </p:nvSpPr>
        <p:spPr>
          <a:xfrm>
            <a:off x="543447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4" name="Google Shape;284;p13"/>
          <p:cNvSpPr txBox="1"/>
          <p:nvPr>
            <p:ph idx="4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5" name="Google Shape;285;p13"/>
          <p:cNvSpPr txBox="1"/>
          <p:nvPr>
            <p:ph idx="5" type="title"/>
          </p:nvPr>
        </p:nvSpPr>
        <p:spPr>
          <a:xfrm>
            <a:off x="108300" y="1168075"/>
            <a:ext cx="3544500" cy="2275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9pPr>
          </a:lstStyle>
          <a:p/>
        </p:txBody>
      </p:sp>
      <p:sp>
        <p:nvSpPr>
          <p:cNvPr id="286" name="Google Shape;286;p13"/>
          <p:cNvSpPr txBox="1"/>
          <p:nvPr>
            <p:ph idx="6" type="title"/>
          </p:nvPr>
        </p:nvSpPr>
        <p:spPr>
          <a:xfrm>
            <a:off x="3720025" y="1287875"/>
            <a:ext cx="42954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7" name="Google Shape;287;p13"/>
          <p:cNvSpPr txBox="1"/>
          <p:nvPr>
            <p:ph idx="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ubtitle">
  <p:cSld name="BLANK_1_1_1_1_1_1_1_1_1_1_6"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4"/>
          <p:cNvSpPr/>
          <p:nvPr/>
        </p:nvSpPr>
        <p:spPr>
          <a:xfrm rot="35689">
            <a:off x="3842097" y="2193145"/>
            <a:ext cx="4854862" cy="1982508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90" name="Google Shape;290;p14"/>
          <p:cNvSpPr/>
          <p:nvPr/>
        </p:nvSpPr>
        <p:spPr>
          <a:xfrm rot="-1029644">
            <a:off x="3491561" y="2543266"/>
            <a:ext cx="5708121" cy="1598166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291" name="Google Shape;291;p14"/>
          <p:cNvGrpSpPr/>
          <p:nvPr/>
        </p:nvGrpSpPr>
        <p:grpSpPr>
          <a:xfrm rot="10800000">
            <a:off x="9" y="0"/>
            <a:ext cx="1889320" cy="1499480"/>
            <a:chOff x="461225" y="3249175"/>
            <a:chExt cx="1399496" cy="1110726"/>
          </a:xfrm>
        </p:grpSpPr>
        <p:grpSp>
          <p:nvGrpSpPr>
            <p:cNvPr id="292" name="Google Shape;292;p14"/>
            <p:cNvGrpSpPr/>
            <p:nvPr/>
          </p:nvGrpSpPr>
          <p:grpSpPr>
            <a:xfrm>
              <a:off x="461225" y="3249175"/>
              <a:ext cx="1399496" cy="370204"/>
              <a:chOff x="461225" y="3249175"/>
              <a:chExt cx="1399496" cy="370204"/>
            </a:xfrm>
          </p:grpSpPr>
          <p:sp>
            <p:nvSpPr>
              <p:cNvPr id="293" name="Google Shape;293;p1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4" name="Google Shape;294;p1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5" name="Google Shape;295;p1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6" name="Google Shape;296;p14"/>
              <p:cNvSpPr/>
              <p:nvPr/>
            </p:nvSpPr>
            <p:spPr>
              <a:xfrm>
                <a:off x="1571821" y="3249179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97" name="Google Shape;297;p14"/>
            <p:cNvGrpSpPr/>
            <p:nvPr/>
          </p:nvGrpSpPr>
          <p:grpSpPr>
            <a:xfrm>
              <a:off x="461225" y="3619500"/>
              <a:ext cx="1399496" cy="370202"/>
              <a:chOff x="461225" y="3249175"/>
              <a:chExt cx="1399496" cy="370202"/>
            </a:xfrm>
          </p:grpSpPr>
          <p:sp>
            <p:nvSpPr>
              <p:cNvPr id="298" name="Google Shape;298;p1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9" name="Google Shape;299;p1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0" name="Google Shape;300;p1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1" name="Google Shape;301;p14"/>
              <p:cNvSpPr/>
              <p:nvPr/>
            </p:nvSpPr>
            <p:spPr>
              <a:xfrm>
                <a:off x="1571821" y="3249177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02" name="Google Shape;302;p14"/>
            <p:cNvGrpSpPr/>
            <p:nvPr/>
          </p:nvGrpSpPr>
          <p:grpSpPr>
            <a:xfrm>
              <a:off x="461225" y="3989700"/>
              <a:ext cx="1399496" cy="370201"/>
              <a:chOff x="461225" y="3249175"/>
              <a:chExt cx="1399496" cy="370201"/>
            </a:xfrm>
          </p:grpSpPr>
          <p:sp>
            <p:nvSpPr>
              <p:cNvPr id="303" name="Google Shape;303;p1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4" name="Google Shape;304;p1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5" name="Google Shape;305;p1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6" name="Google Shape;306;p14"/>
              <p:cNvSpPr/>
              <p:nvPr/>
            </p:nvSpPr>
            <p:spPr>
              <a:xfrm>
                <a:off x="1571821" y="3249176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307" name="Google Shape;307;p14"/>
          <p:cNvSpPr/>
          <p:nvPr/>
        </p:nvSpPr>
        <p:spPr>
          <a:xfrm>
            <a:off x="5909401" y="-3350"/>
            <a:ext cx="3234589" cy="1736822"/>
          </a:xfrm>
          <a:custGeom>
            <a:rect b="b" l="l" r="r" t="t"/>
            <a:pathLst>
              <a:path extrusionOk="0" h="141435" w="263403">
                <a:moveTo>
                  <a:pt x="0" y="277"/>
                </a:moveTo>
                <a:lnTo>
                  <a:pt x="193747" y="141435"/>
                </a:lnTo>
                <a:lnTo>
                  <a:pt x="263403" y="7658"/>
                </a:lnTo>
                <a:lnTo>
                  <a:pt x="263403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51000">
                <a:schemeClr val="accent1"/>
              </a:gs>
              <a:gs pos="79000">
                <a:schemeClr val="accent1"/>
              </a:gs>
              <a:gs pos="91000">
                <a:schemeClr val="accent3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  <a:effectLst>
            <a:outerShdw blurRad="1042988" rotWithShape="0" algn="bl" dir="5400000" dist="19050">
              <a:schemeClr val="lt2">
                <a:alpha val="49000"/>
              </a:schemeClr>
            </a:outerShdw>
          </a:effectLst>
        </p:spPr>
      </p:sp>
      <p:sp>
        <p:nvSpPr>
          <p:cNvPr id="308" name="Google Shape;308;p14"/>
          <p:cNvSpPr/>
          <p:nvPr/>
        </p:nvSpPr>
        <p:spPr>
          <a:xfrm>
            <a:off x="8299949" y="73285"/>
            <a:ext cx="844041" cy="1631459"/>
          </a:xfrm>
          <a:custGeom>
            <a:rect b="b" l="l" r="r" t="t"/>
            <a:pathLst>
              <a:path extrusionOk="0" h="132855" w="68733">
                <a:moveTo>
                  <a:pt x="0" y="132855"/>
                </a:moveTo>
                <a:lnTo>
                  <a:pt x="68733" y="58124"/>
                </a:lnTo>
                <a:lnTo>
                  <a:pt x="68733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309" name="Google Shape;309;p14"/>
          <p:cNvSpPr txBox="1"/>
          <p:nvPr>
            <p:ph type="title"/>
          </p:nvPr>
        </p:nvSpPr>
        <p:spPr>
          <a:xfrm>
            <a:off x="163725" y="2947825"/>
            <a:ext cx="6637500" cy="149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0" name="Google Shape;310;p14"/>
          <p:cNvSpPr txBox="1"/>
          <p:nvPr>
            <p:ph idx="1" type="subTitle"/>
          </p:nvPr>
        </p:nvSpPr>
        <p:spPr>
          <a:xfrm>
            <a:off x="163725" y="1184350"/>
            <a:ext cx="3336600" cy="15822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1" name="Google Shape;311;p14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2" name="Google Shape;312;p14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3">
  <p:cSld name="BLANK_1_1_1_1_1_1_1_1_1_1_5"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5"/>
          <p:cNvSpPr/>
          <p:nvPr/>
        </p:nvSpPr>
        <p:spPr>
          <a:xfrm>
            <a:off x="1347300" y="4352975"/>
            <a:ext cx="6752827" cy="790544"/>
          </a:xfrm>
          <a:custGeom>
            <a:rect b="b" l="l" r="r" t="t"/>
            <a:pathLst>
              <a:path extrusionOk="0" h="14771" w="86243">
                <a:moveTo>
                  <a:pt x="61203" y="1"/>
                </a:moveTo>
                <a:lnTo>
                  <a:pt x="59656" y="20"/>
                </a:lnTo>
                <a:lnTo>
                  <a:pt x="58090" y="60"/>
                </a:lnTo>
                <a:lnTo>
                  <a:pt x="56504" y="119"/>
                </a:lnTo>
                <a:lnTo>
                  <a:pt x="54898" y="199"/>
                </a:lnTo>
                <a:lnTo>
                  <a:pt x="53272" y="298"/>
                </a:lnTo>
                <a:lnTo>
                  <a:pt x="51627" y="417"/>
                </a:lnTo>
                <a:lnTo>
                  <a:pt x="49961" y="575"/>
                </a:lnTo>
                <a:lnTo>
                  <a:pt x="48276" y="734"/>
                </a:lnTo>
                <a:lnTo>
                  <a:pt x="46591" y="932"/>
                </a:lnTo>
                <a:lnTo>
                  <a:pt x="44886" y="1150"/>
                </a:lnTo>
                <a:lnTo>
                  <a:pt x="43161" y="1388"/>
                </a:lnTo>
                <a:lnTo>
                  <a:pt x="41436" y="1646"/>
                </a:lnTo>
                <a:lnTo>
                  <a:pt x="39711" y="1924"/>
                </a:lnTo>
                <a:lnTo>
                  <a:pt x="37967" y="2221"/>
                </a:lnTo>
                <a:lnTo>
                  <a:pt x="36202" y="2538"/>
                </a:lnTo>
                <a:lnTo>
                  <a:pt x="34458" y="2875"/>
                </a:lnTo>
                <a:lnTo>
                  <a:pt x="31900" y="3411"/>
                </a:lnTo>
                <a:lnTo>
                  <a:pt x="29382" y="3986"/>
                </a:lnTo>
                <a:lnTo>
                  <a:pt x="26884" y="4600"/>
                </a:lnTo>
                <a:lnTo>
                  <a:pt x="24426" y="5235"/>
                </a:lnTo>
                <a:lnTo>
                  <a:pt x="22007" y="5909"/>
                </a:lnTo>
                <a:lnTo>
                  <a:pt x="19628" y="6622"/>
                </a:lnTo>
                <a:lnTo>
                  <a:pt x="17288" y="7356"/>
                </a:lnTo>
                <a:lnTo>
                  <a:pt x="15008" y="8129"/>
                </a:lnTo>
                <a:lnTo>
                  <a:pt x="12867" y="8902"/>
                </a:lnTo>
                <a:lnTo>
                  <a:pt x="10805" y="9695"/>
                </a:lnTo>
                <a:lnTo>
                  <a:pt x="8823" y="10488"/>
                </a:lnTo>
                <a:lnTo>
                  <a:pt x="6900" y="11321"/>
                </a:lnTo>
                <a:lnTo>
                  <a:pt x="5056" y="12154"/>
                </a:lnTo>
                <a:lnTo>
                  <a:pt x="4164" y="12590"/>
                </a:lnTo>
                <a:lnTo>
                  <a:pt x="3291" y="13006"/>
                </a:lnTo>
                <a:lnTo>
                  <a:pt x="2439" y="13442"/>
                </a:lnTo>
                <a:lnTo>
                  <a:pt x="1606" y="13879"/>
                </a:lnTo>
                <a:lnTo>
                  <a:pt x="793" y="14335"/>
                </a:lnTo>
                <a:lnTo>
                  <a:pt x="0" y="14771"/>
                </a:lnTo>
                <a:lnTo>
                  <a:pt x="83665" y="14771"/>
                </a:lnTo>
                <a:lnTo>
                  <a:pt x="84042" y="14335"/>
                </a:lnTo>
                <a:lnTo>
                  <a:pt x="84379" y="13918"/>
                </a:lnTo>
                <a:lnTo>
                  <a:pt x="84696" y="13482"/>
                </a:lnTo>
                <a:lnTo>
                  <a:pt x="84974" y="13066"/>
                </a:lnTo>
                <a:lnTo>
                  <a:pt x="85232" y="12649"/>
                </a:lnTo>
                <a:lnTo>
                  <a:pt x="85450" y="12233"/>
                </a:lnTo>
                <a:lnTo>
                  <a:pt x="85648" y="11817"/>
                </a:lnTo>
                <a:lnTo>
                  <a:pt x="85826" y="11400"/>
                </a:lnTo>
                <a:lnTo>
                  <a:pt x="85965" y="11004"/>
                </a:lnTo>
                <a:lnTo>
                  <a:pt x="86084" y="10607"/>
                </a:lnTo>
                <a:lnTo>
                  <a:pt x="86163" y="10211"/>
                </a:lnTo>
                <a:lnTo>
                  <a:pt x="86223" y="9814"/>
                </a:lnTo>
                <a:lnTo>
                  <a:pt x="86243" y="9438"/>
                </a:lnTo>
                <a:lnTo>
                  <a:pt x="86243" y="9041"/>
                </a:lnTo>
                <a:lnTo>
                  <a:pt x="86203" y="8664"/>
                </a:lnTo>
                <a:lnTo>
                  <a:pt x="86144" y="8288"/>
                </a:lnTo>
                <a:lnTo>
                  <a:pt x="86084" y="8050"/>
                </a:lnTo>
                <a:lnTo>
                  <a:pt x="86025" y="7812"/>
                </a:lnTo>
                <a:lnTo>
                  <a:pt x="85945" y="7574"/>
                </a:lnTo>
                <a:lnTo>
                  <a:pt x="85846" y="7336"/>
                </a:lnTo>
                <a:lnTo>
                  <a:pt x="85747" y="7118"/>
                </a:lnTo>
                <a:lnTo>
                  <a:pt x="85628" y="6880"/>
                </a:lnTo>
                <a:lnTo>
                  <a:pt x="85370" y="6444"/>
                </a:lnTo>
                <a:lnTo>
                  <a:pt x="85053" y="6008"/>
                </a:lnTo>
                <a:lnTo>
                  <a:pt x="84676" y="5591"/>
                </a:lnTo>
                <a:lnTo>
                  <a:pt x="84280" y="5175"/>
                </a:lnTo>
                <a:lnTo>
                  <a:pt x="83824" y="4798"/>
                </a:lnTo>
                <a:lnTo>
                  <a:pt x="83309" y="4402"/>
                </a:lnTo>
                <a:lnTo>
                  <a:pt x="82773" y="4045"/>
                </a:lnTo>
                <a:lnTo>
                  <a:pt x="82178" y="3688"/>
                </a:lnTo>
                <a:lnTo>
                  <a:pt x="81524" y="3351"/>
                </a:lnTo>
                <a:lnTo>
                  <a:pt x="80850" y="3034"/>
                </a:lnTo>
                <a:lnTo>
                  <a:pt x="80117" y="2717"/>
                </a:lnTo>
                <a:lnTo>
                  <a:pt x="79343" y="2419"/>
                </a:lnTo>
                <a:lnTo>
                  <a:pt x="78530" y="2142"/>
                </a:lnTo>
                <a:lnTo>
                  <a:pt x="77698" y="1884"/>
                </a:lnTo>
                <a:lnTo>
                  <a:pt x="76825" y="1646"/>
                </a:lnTo>
                <a:lnTo>
                  <a:pt x="75933" y="1428"/>
                </a:lnTo>
                <a:lnTo>
                  <a:pt x="74982" y="1230"/>
                </a:lnTo>
                <a:lnTo>
                  <a:pt x="74010" y="1031"/>
                </a:lnTo>
                <a:lnTo>
                  <a:pt x="72999" y="853"/>
                </a:lnTo>
                <a:lnTo>
                  <a:pt x="71948" y="694"/>
                </a:lnTo>
                <a:lnTo>
                  <a:pt x="70878" y="556"/>
                </a:lnTo>
                <a:lnTo>
                  <a:pt x="69767" y="437"/>
                </a:lnTo>
                <a:lnTo>
                  <a:pt x="68618" y="318"/>
                </a:lnTo>
                <a:lnTo>
                  <a:pt x="67448" y="219"/>
                </a:lnTo>
                <a:lnTo>
                  <a:pt x="66258" y="139"/>
                </a:lnTo>
                <a:lnTo>
                  <a:pt x="65029" y="80"/>
                </a:lnTo>
                <a:lnTo>
                  <a:pt x="63780" y="40"/>
                </a:lnTo>
                <a:lnTo>
                  <a:pt x="62511" y="20"/>
                </a:lnTo>
                <a:lnTo>
                  <a:pt x="61203" y="1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15" name="Google Shape;315;p1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6" name="Google Shape;316;p15"/>
          <p:cNvSpPr txBox="1"/>
          <p:nvPr>
            <p:ph idx="2"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17" name="Google Shape;317;p15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_1_1_1_1_1_1_4"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6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fmla="val 21353619" name="adj1"/>
              <a:gd fmla="val 1421063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20" name="Google Shape;320;p16"/>
          <p:cNvSpPr txBox="1"/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1" name="Google Shape;321;p16"/>
          <p:cNvSpPr txBox="1"/>
          <p:nvPr>
            <p:ph idx="2" type="title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2" name="Google Shape;322;p16"/>
          <p:cNvSpPr txBox="1"/>
          <p:nvPr>
            <p:ph idx="3" type="title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3" name="Google Shape;323;p16"/>
          <p:cNvSpPr txBox="1"/>
          <p:nvPr>
            <p:ph idx="4" type="title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4" name="Google Shape;324;p16"/>
          <p:cNvSpPr txBox="1"/>
          <p:nvPr>
            <p:ph idx="5" type="title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5" name="Google Shape;325;p16"/>
          <p:cNvSpPr txBox="1"/>
          <p:nvPr>
            <p:ph idx="6" type="title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6" name="Google Shape;326;p16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27" name="Google Shape;327;p16"/>
          <p:cNvSpPr/>
          <p:nvPr/>
        </p:nvSpPr>
        <p:spPr>
          <a:xfrm flipH="1" rot="-6104187">
            <a:off x="4324040" y="2970795"/>
            <a:ext cx="1541221" cy="4732320"/>
          </a:xfrm>
          <a:prstGeom prst="chord">
            <a:avLst>
              <a:gd fmla="val 4994308" name="adj1"/>
              <a:gd fmla="val 15114049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28" name="Google Shape;328;p16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fmla="val 5592353" name="adj1"/>
              <a:gd fmla="val 1502406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29" name="Google Shape;329;p16"/>
          <p:cNvSpPr txBox="1"/>
          <p:nvPr>
            <p:ph idx="1" type="body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0" name="Google Shape;330;p16"/>
          <p:cNvSpPr txBox="1"/>
          <p:nvPr>
            <p:ph idx="8" type="body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1" name="Google Shape;331;p16"/>
          <p:cNvSpPr txBox="1"/>
          <p:nvPr>
            <p:ph idx="9" type="body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2" name="Google Shape;332;p16"/>
          <p:cNvSpPr txBox="1"/>
          <p:nvPr>
            <p:ph idx="13" type="body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3" name="Google Shape;333;p16"/>
          <p:cNvSpPr txBox="1"/>
          <p:nvPr>
            <p:ph idx="14" type="body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4" name="Google Shape;334;p16"/>
          <p:cNvSpPr txBox="1"/>
          <p:nvPr>
            <p:ph idx="15" type="body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5" name="Google Shape;335;p16"/>
          <p:cNvSpPr txBox="1"/>
          <p:nvPr>
            <p:ph idx="16" type="body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36" name="Google Shape;336;p16"/>
          <p:cNvSpPr txBox="1"/>
          <p:nvPr>
            <p:ph idx="17" type="body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37" name="Google Shape;337;p16"/>
          <p:cNvSpPr txBox="1"/>
          <p:nvPr>
            <p:ph idx="18" type="body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38" name="Google Shape;338;p16"/>
          <p:cNvSpPr txBox="1"/>
          <p:nvPr>
            <p:ph idx="19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339" name="Google Shape;339;p16"/>
          <p:cNvSpPr txBox="1"/>
          <p:nvPr>
            <p:ph idx="20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- Dark">
  <p:cSld name="BLANK_1_1_1_1_1_1_1_1_1_1_4_1">
    <p:bg>
      <p:bgPr>
        <a:solidFill>
          <a:schemeClr val="lt1"/>
        </a:solidFill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7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fmla="val 21353619" name="adj1"/>
              <a:gd fmla="val 1421063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5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42" name="Google Shape;342;p17"/>
          <p:cNvSpPr txBox="1"/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3" name="Google Shape;343;p17"/>
          <p:cNvSpPr txBox="1"/>
          <p:nvPr>
            <p:ph idx="2" type="title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4" name="Google Shape;344;p17"/>
          <p:cNvSpPr txBox="1"/>
          <p:nvPr>
            <p:ph idx="3" type="title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5" name="Google Shape;345;p17"/>
          <p:cNvSpPr txBox="1"/>
          <p:nvPr>
            <p:ph idx="4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46" name="Google Shape;346;p17"/>
          <p:cNvSpPr txBox="1"/>
          <p:nvPr>
            <p:ph idx="5" type="title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7" name="Google Shape;347;p17"/>
          <p:cNvSpPr txBox="1"/>
          <p:nvPr>
            <p:ph idx="6" type="title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8" name="Google Shape;348;p17"/>
          <p:cNvSpPr txBox="1"/>
          <p:nvPr>
            <p:ph idx="7" type="title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9" name="Google Shape;349;p17"/>
          <p:cNvSpPr/>
          <p:nvPr/>
        </p:nvSpPr>
        <p:spPr>
          <a:xfrm flipH="1" rot="-6104187">
            <a:off x="4324040" y="2970795"/>
            <a:ext cx="1541221" cy="4732320"/>
          </a:xfrm>
          <a:prstGeom prst="chord">
            <a:avLst>
              <a:gd fmla="val 4994308" name="adj1"/>
              <a:gd fmla="val 15114049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50" name="Google Shape;350;p17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fmla="val 5592353" name="adj1"/>
              <a:gd fmla="val 1502406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51" name="Google Shape;351;p17"/>
          <p:cNvSpPr txBox="1"/>
          <p:nvPr>
            <p:ph idx="8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52" name="Google Shape;352;p17"/>
          <p:cNvSpPr txBox="1"/>
          <p:nvPr>
            <p:ph idx="1" type="body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3" name="Google Shape;353;p17"/>
          <p:cNvSpPr txBox="1"/>
          <p:nvPr>
            <p:ph idx="9" type="body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4" name="Google Shape;354;p17"/>
          <p:cNvSpPr txBox="1"/>
          <p:nvPr>
            <p:ph idx="13" type="body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5" name="Google Shape;355;p17"/>
          <p:cNvSpPr txBox="1"/>
          <p:nvPr>
            <p:ph idx="14" type="body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6" name="Google Shape;356;p17"/>
          <p:cNvSpPr txBox="1"/>
          <p:nvPr>
            <p:ph idx="15" type="body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7" name="Google Shape;357;p17"/>
          <p:cNvSpPr txBox="1"/>
          <p:nvPr>
            <p:ph idx="16" type="body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8" name="Google Shape;358;p17"/>
          <p:cNvSpPr txBox="1"/>
          <p:nvPr>
            <p:ph idx="17" type="body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9" name="Google Shape;359;p17"/>
          <p:cNvSpPr txBox="1"/>
          <p:nvPr>
            <p:ph idx="18" type="body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60" name="Google Shape;360;p17"/>
          <p:cNvSpPr txBox="1"/>
          <p:nvPr>
            <p:ph idx="19" type="body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61" name="Google Shape;361;p17"/>
          <p:cNvSpPr txBox="1"/>
          <p:nvPr>
            <p:ph idx="20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two bodies">
  <p:cSld name="BLANK_1_1_1_1_1_1_1_1_1_1_3_2">
    <p:bg>
      <p:bgPr>
        <a:solidFill>
          <a:schemeClr val="lt1"/>
        </a:solidFill>
      </p:bgPr>
    </p:bg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8"/>
          <p:cNvSpPr/>
          <p:nvPr/>
        </p:nvSpPr>
        <p:spPr>
          <a:xfrm flipH="1" rot="-5400000">
            <a:off x="1263236" y="2706539"/>
            <a:ext cx="1173845" cy="3700317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64" name="Google Shape;364;p18"/>
          <p:cNvSpPr/>
          <p:nvPr/>
        </p:nvSpPr>
        <p:spPr>
          <a:xfrm flipH="1">
            <a:off x="228605" y="3621311"/>
            <a:ext cx="3534079" cy="1522191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65" name="Google Shape;365;p18"/>
          <p:cNvSpPr/>
          <p:nvPr/>
        </p:nvSpPr>
        <p:spPr>
          <a:xfrm flipH="1">
            <a:off x="234700" y="1635550"/>
            <a:ext cx="3321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366" name="Google Shape;366;p18"/>
          <p:cNvGrpSpPr/>
          <p:nvPr/>
        </p:nvGrpSpPr>
        <p:grpSpPr>
          <a:xfrm flipH="1">
            <a:off x="7293000" y="0"/>
            <a:ext cx="1851000" cy="1225325"/>
            <a:chOff x="461225" y="3875100"/>
            <a:chExt cx="1851000" cy="1225325"/>
          </a:xfrm>
        </p:grpSpPr>
        <p:grpSp>
          <p:nvGrpSpPr>
            <p:cNvPr id="367" name="Google Shape;367;p18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368" name="Google Shape;368;p18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69" name="Google Shape;369;p18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0" name="Google Shape;370;p18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1" name="Google Shape;371;p18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2" name="Google Shape;372;p18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73" name="Google Shape;373;p18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374" name="Google Shape;374;p18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5" name="Google Shape;375;p1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6" name="Google Shape;376;p1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7" name="Google Shape;377;p18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78" name="Google Shape;378;p18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379" name="Google Shape;379;p1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80" name="Google Shape;380;p1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81" name="Google Shape;381;p1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82" name="Google Shape;382;p1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383" name="Google Shape;383;p18"/>
          <p:cNvSpPr txBox="1"/>
          <p:nvPr>
            <p:ph type="title"/>
          </p:nvPr>
        </p:nvSpPr>
        <p:spPr>
          <a:xfrm>
            <a:off x="3822450" y="1287875"/>
            <a:ext cx="4295400" cy="277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84" name="Google Shape;384;p18"/>
          <p:cNvSpPr txBox="1"/>
          <p:nvPr>
            <p:ph idx="2" type="title"/>
          </p:nvPr>
        </p:nvSpPr>
        <p:spPr>
          <a:xfrm>
            <a:off x="85725" y="1287875"/>
            <a:ext cx="33474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85" name="Google Shape;385;p18"/>
          <p:cNvSpPr/>
          <p:nvPr>
            <p:ph idx="3" type="pic"/>
          </p:nvPr>
        </p:nvSpPr>
        <p:spPr>
          <a:xfrm>
            <a:off x="227225" y="18323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386" name="Google Shape;386;p18"/>
          <p:cNvSpPr/>
          <p:nvPr>
            <p:ph idx="4" type="pic"/>
          </p:nvPr>
        </p:nvSpPr>
        <p:spPr>
          <a:xfrm>
            <a:off x="227225" y="267242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387" name="Google Shape;387;p18"/>
          <p:cNvSpPr/>
          <p:nvPr>
            <p:ph idx="5" type="pic"/>
          </p:nvPr>
        </p:nvSpPr>
        <p:spPr>
          <a:xfrm>
            <a:off x="227225" y="35124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388" name="Google Shape;388;p18"/>
          <p:cNvSpPr txBox="1"/>
          <p:nvPr>
            <p:ph idx="6" type="title"/>
          </p:nvPr>
        </p:nvSpPr>
        <p:spPr>
          <a:xfrm>
            <a:off x="1048325" y="183237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89" name="Google Shape;389;p18"/>
          <p:cNvSpPr txBox="1"/>
          <p:nvPr>
            <p:ph idx="7" type="title"/>
          </p:nvPr>
        </p:nvSpPr>
        <p:spPr>
          <a:xfrm>
            <a:off x="1048325" y="267242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90" name="Google Shape;390;p18"/>
          <p:cNvSpPr txBox="1"/>
          <p:nvPr>
            <p:ph idx="8" type="title"/>
          </p:nvPr>
        </p:nvSpPr>
        <p:spPr>
          <a:xfrm>
            <a:off x="1048325" y="351247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91" name="Google Shape;391;p18"/>
          <p:cNvSpPr txBox="1"/>
          <p:nvPr>
            <p:ph idx="9" type="title"/>
          </p:nvPr>
        </p:nvSpPr>
        <p:spPr>
          <a:xfrm>
            <a:off x="3820750" y="1711525"/>
            <a:ext cx="1800000" cy="1522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392" name="Google Shape;392;p18"/>
          <p:cNvSpPr txBox="1"/>
          <p:nvPr>
            <p:ph idx="13" type="title"/>
          </p:nvPr>
        </p:nvSpPr>
        <p:spPr>
          <a:xfrm>
            <a:off x="7107575" y="1711450"/>
            <a:ext cx="874200" cy="1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393" name="Google Shape;393;p18"/>
          <p:cNvSpPr txBox="1"/>
          <p:nvPr>
            <p:ph idx="14" type="title"/>
          </p:nvPr>
        </p:nvSpPr>
        <p:spPr>
          <a:xfrm>
            <a:off x="5518325" y="1711575"/>
            <a:ext cx="1322100" cy="1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394" name="Google Shape;394;p18"/>
          <p:cNvSpPr txBox="1"/>
          <p:nvPr>
            <p:ph idx="15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95" name="Google Shape;395;p18"/>
          <p:cNvSpPr txBox="1"/>
          <p:nvPr>
            <p:ph idx="16" type="title"/>
          </p:nvPr>
        </p:nvSpPr>
        <p:spPr>
          <a:xfrm>
            <a:off x="93381" y="502775"/>
            <a:ext cx="7178100" cy="7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96" name="Google Shape;396;p18"/>
          <p:cNvSpPr txBox="1"/>
          <p:nvPr>
            <p:ph idx="1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Project Roadmap">
  <p:cSld name="BLANK_1_1_1_1_1_1_1_1_1_1_3_1">
    <p:bg>
      <p:bgPr>
        <a:solidFill>
          <a:schemeClr val="lt1"/>
        </a:solidFill>
      </p:bgPr>
    </p:bg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9"/>
          <p:cNvSpPr txBox="1"/>
          <p:nvPr>
            <p:ph type="title"/>
          </p:nvPr>
        </p:nvSpPr>
        <p:spPr>
          <a:xfrm>
            <a:off x="134550" y="1339350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99" name="Google Shape;399;p19"/>
          <p:cNvSpPr txBox="1"/>
          <p:nvPr>
            <p:ph idx="2" type="title"/>
          </p:nvPr>
        </p:nvSpPr>
        <p:spPr>
          <a:xfrm>
            <a:off x="1326150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0" name="Google Shape;400;p19"/>
          <p:cNvSpPr txBox="1"/>
          <p:nvPr>
            <p:ph idx="3" type="title"/>
          </p:nvPr>
        </p:nvSpPr>
        <p:spPr>
          <a:xfrm>
            <a:off x="3877025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1" name="Google Shape;401;p19"/>
          <p:cNvSpPr txBox="1"/>
          <p:nvPr>
            <p:ph idx="4" type="title"/>
          </p:nvPr>
        </p:nvSpPr>
        <p:spPr>
          <a:xfrm>
            <a:off x="6291700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2" name="Google Shape;402;p19"/>
          <p:cNvSpPr txBox="1"/>
          <p:nvPr>
            <p:ph idx="5" type="title"/>
          </p:nvPr>
        </p:nvSpPr>
        <p:spPr>
          <a:xfrm>
            <a:off x="134550" y="2545225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3" name="Google Shape;403;p19"/>
          <p:cNvSpPr txBox="1"/>
          <p:nvPr>
            <p:ph idx="6" type="title"/>
          </p:nvPr>
        </p:nvSpPr>
        <p:spPr>
          <a:xfrm>
            <a:off x="134550" y="3703975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4" name="Google Shape;404;p19"/>
          <p:cNvSpPr txBox="1"/>
          <p:nvPr>
            <p:ph idx="7" type="title"/>
          </p:nvPr>
        </p:nvSpPr>
        <p:spPr>
          <a:xfrm>
            <a:off x="3877025" y="1339350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5" name="Google Shape;405;p19"/>
          <p:cNvSpPr txBox="1"/>
          <p:nvPr>
            <p:ph idx="8" type="title"/>
          </p:nvPr>
        </p:nvSpPr>
        <p:spPr>
          <a:xfrm>
            <a:off x="3877025" y="2552413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6" name="Google Shape;406;p19"/>
          <p:cNvSpPr txBox="1"/>
          <p:nvPr>
            <p:ph idx="9" type="title"/>
          </p:nvPr>
        </p:nvSpPr>
        <p:spPr>
          <a:xfrm>
            <a:off x="3877025" y="3711169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7" name="Google Shape;407;p19"/>
          <p:cNvSpPr txBox="1"/>
          <p:nvPr>
            <p:ph idx="13" type="title"/>
          </p:nvPr>
        </p:nvSpPr>
        <p:spPr>
          <a:xfrm>
            <a:off x="6427900" y="2552413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8" name="Google Shape;408;p19"/>
          <p:cNvSpPr txBox="1"/>
          <p:nvPr>
            <p:ph idx="14" type="title"/>
          </p:nvPr>
        </p:nvSpPr>
        <p:spPr>
          <a:xfrm>
            <a:off x="6427900" y="1339350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9" name="Google Shape;409;p19"/>
          <p:cNvSpPr txBox="1"/>
          <p:nvPr>
            <p:ph idx="15" type="title"/>
          </p:nvPr>
        </p:nvSpPr>
        <p:spPr>
          <a:xfrm>
            <a:off x="6427900" y="3711169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0" name="Google Shape;410;p19"/>
          <p:cNvSpPr txBox="1"/>
          <p:nvPr>
            <p:ph idx="16" type="title"/>
          </p:nvPr>
        </p:nvSpPr>
        <p:spPr>
          <a:xfrm>
            <a:off x="1326150" y="1339350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1" name="Google Shape;411;p19"/>
          <p:cNvSpPr txBox="1"/>
          <p:nvPr>
            <p:ph idx="17" type="title"/>
          </p:nvPr>
        </p:nvSpPr>
        <p:spPr>
          <a:xfrm>
            <a:off x="1326150" y="2545213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2" name="Google Shape;412;p19"/>
          <p:cNvSpPr txBox="1"/>
          <p:nvPr>
            <p:ph idx="18" type="title"/>
          </p:nvPr>
        </p:nvSpPr>
        <p:spPr>
          <a:xfrm>
            <a:off x="1326150" y="3703969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3" name="Google Shape;413;p19"/>
          <p:cNvSpPr txBox="1"/>
          <p:nvPr>
            <p:ph idx="1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4" name="Google Shape;414;p19"/>
          <p:cNvSpPr txBox="1"/>
          <p:nvPr>
            <p:ph idx="20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415" name="Google Shape;415;p19"/>
          <p:cNvSpPr txBox="1"/>
          <p:nvPr>
            <p:ph idx="21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BLANK_1_1_1_1_1_1_1_1_1_1_2"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0"/>
          <p:cNvSpPr/>
          <p:nvPr/>
        </p:nvSpPr>
        <p:spPr>
          <a:xfrm>
            <a:off x="8210550" y="-7150"/>
            <a:ext cx="945375" cy="1453000"/>
          </a:xfrm>
          <a:custGeom>
            <a:rect b="b" l="l" r="r" t="t"/>
            <a:pathLst>
              <a:path extrusionOk="0" h="58120" w="37815">
                <a:moveTo>
                  <a:pt x="0" y="35846"/>
                </a:moveTo>
                <a:lnTo>
                  <a:pt x="37815" y="58120"/>
                </a:lnTo>
                <a:lnTo>
                  <a:pt x="37589" y="0"/>
                </a:lnTo>
                <a:lnTo>
                  <a:pt x="2413" y="3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18" name="Google Shape;418;p20"/>
          <p:cNvSpPr/>
          <p:nvPr/>
        </p:nvSpPr>
        <p:spPr>
          <a:xfrm>
            <a:off x="4614025" y="-6850"/>
            <a:ext cx="3659250" cy="1404775"/>
          </a:xfrm>
          <a:custGeom>
            <a:rect b="b" l="l" r="r" t="t"/>
            <a:pathLst>
              <a:path extrusionOk="0" h="56191" w="146370">
                <a:moveTo>
                  <a:pt x="5482" y="0"/>
                </a:moveTo>
                <a:lnTo>
                  <a:pt x="0" y="56191"/>
                </a:lnTo>
                <a:lnTo>
                  <a:pt x="144451" y="35907"/>
                </a:lnTo>
                <a:lnTo>
                  <a:pt x="146370" y="274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</p:sp>
      <p:sp>
        <p:nvSpPr>
          <p:cNvPr id="419" name="Google Shape;419;p20"/>
          <p:cNvSpPr txBox="1"/>
          <p:nvPr>
            <p:ph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20" name="Google Shape;420;p20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21" name="Google Shape;421;p20"/>
          <p:cNvSpPr txBox="1"/>
          <p:nvPr>
            <p:ph idx="3" type="title"/>
          </p:nvPr>
        </p:nvSpPr>
        <p:spPr>
          <a:xfrm>
            <a:off x="21179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2" name="Google Shape;422;p20"/>
          <p:cNvSpPr txBox="1"/>
          <p:nvPr>
            <p:ph idx="4" type="title"/>
          </p:nvPr>
        </p:nvSpPr>
        <p:spPr>
          <a:xfrm>
            <a:off x="398730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3" name="Google Shape;423;p20"/>
          <p:cNvSpPr txBox="1"/>
          <p:nvPr>
            <p:ph idx="5" type="title"/>
          </p:nvPr>
        </p:nvSpPr>
        <p:spPr>
          <a:xfrm>
            <a:off x="3890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4" name="Google Shape;424;p20"/>
          <p:cNvSpPr txBox="1"/>
          <p:nvPr>
            <p:ph idx="6" type="title"/>
          </p:nvPr>
        </p:nvSpPr>
        <p:spPr>
          <a:xfrm>
            <a:off x="5858938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5" name="Google Shape;425;p20"/>
          <p:cNvSpPr txBox="1"/>
          <p:nvPr>
            <p:ph idx="7" type="title"/>
          </p:nvPr>
        </p:nvSpPr>
        <p:spPr>
          <a:xfrm>
            <a:off x="7730563" y="1797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6" name="Google Shape;426;p20"/>
          <p:cNvSpPr txBox="1"/>
          <p:nvPr>
            <p:ph idx="1" type="body"/>
          </p:nvPr>
        </p:nvSpPr>
        <p:spPr>
          <a:xfrm>
            <a:off x="148300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27" name="Google Shape;427;p20"/>
          <p:cNvSpPr txBox="1"/>
          <p:nvPr>
            <p:ph idx="8" type="body"/>
          </p:nvPr>
        </p:nvSpPr>
        <p:spPr>
          <a:xfrm>
            <a:off x="3601450" y="2960850"/>
            <a:ext cx="15795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28" name="Google Shape;428;p20"/>
          <p:cNvSpPr txBox="1"/>
          <p:nvPr>
            <p:ph idx="9" type="body"/>
          </p:nvPr>
        </p:nvSpPr>
        <p:spPr>
          <a:xfrm>
            <a:off x="5565675" y="2960850"/>
            <a:ext cx="14877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29" name="Google Shape;429;p20"/>
          <p:cNvSpPr txBox="1"/>
          <p:nvPr>
            <p:ph idx="13" type="body"/>
          </p:nvPr>
        </p:nvSpPr>
        <p:spPr>
          <a:xfrm>
            <a:off x="7346300" y="3194850"/>
            <a:ext cx="1649400" cy="14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30" name="Google Shape;430;p20"/>
          <p:cNvSpPr txBox="1"/>
          <p:nvPr>
            <p:ph idx="14" type="body"/>
          </p:nvPr>
        </p:nvSpPr>
        <p:spPr>
          <a:xfrm>
            <a:off x="1842125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31" name="Google Shape;431;p20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4">
  <p:cSld name="BLANK_1_1_1_1_1_1_1_1_1_1_2_1"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3" name="Google Shape;433;p21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434" name="Google Shape;434;p21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435" name="Google Shape;435;p21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6" name="Google Shape;436;p21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7" name="Google Shape;437;p21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8" name="Google Shape;438;p21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9" name="Google Shape;439;p21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40" name="Google Shape;440;p21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441" name="Google Shape;441;p21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2" name="Google Shape;442;p2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3" name="Google Shape;443;p21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4" name="Google Shape;444;p21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45" name="Google Shape;445;p21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446" name="Google Shape;446;p21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7" name="Google Shape;447;p2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8" name="Google Shape;448;p21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9" name="Google Shape;449;p21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450" name="Google Shape;450;p21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1" name="Google Shape;451;p21"/>
          <p:cNvSpPr/>
          <p:nvPr/>
        </p:nvSpPr>
        <p:spPr>
          <a:xfrm>
            <a:off x="5023375" y="3994875"/>
            <a:ext cx="3941541" cy="1148616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52" name="Google Shape;452;p21"/>
          <p:cNvSpPr/>
          <p:nvPr/>
        </p:nvSpPr>
        <p:spPr>
          <a:xfrm rot="5400000">
            <a:off x="6364434" y="2363929"/>
            <a:ext cx="912991" cy="4646142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53" name="Google Shape;453;p21"/>
          <p:cNvSpPr txBox="1"/>
          <p:nvPr>
            <p:ph idx="2" type="title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54" name="Google Shape;454;p21"/>
          <p:cNvSpPr/>
          <p:nvPr/>
        </p:nvSpPr>
        <p:spPr>
          <a:xfrm>
            <a:off x="1643225" y="-725"/>
            <a:ext cx="5761425" cy="711800"/>
          </a:xfrm>
          <a:custGeom>
            <a:rect b="b" l="l" r="r" t="t"/>
            <a:pathLst>
              <a:path extrusionOk="0" h="28472" w="230457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55" name="Google Shape;455;p21"/>
          <p:cNvSpPr/>
          <p:nvPr/>
        </p:nvSpPr>
        <p:spPr>
          <a:xfrm>
            <a:off x="7140700" y="-1350"/>
            <a:ext cx="2003375" cy="714225"/>
          </a:xfrm>
          <a:custGeom>
            <a:rect b="b" l="l" r="r" t="t"/>
            <a:pathLst>
              <a:path extrusionOk="0" h="28569" w="80135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  <a:effectLst>
            <a:outerShdw blurRad="314325" rotWithShape="0" algn="bl" dir="5400000" dist="28575">
              <a:schemeClr val="accent4">
                <a:alpha val="24000"/>
              </a:schemeClr>
            </a:outerShdw>
          </a:effectLst>
        </p:spPr>
      </p:sp>
      <p:sp>
        <p:nvSpPr>
          <p:cNvPr id="456" name="Google Shape;456;p21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7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eps">
  <p:cSld name="BLANK_1_1_1_1_1_1_1_1_1_1_2_1_1"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8" name="Google Shape;458;p22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459" name="Google Shape;459;p22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460" name="Google Shape;460;p22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1" name="Google Shape;461;p22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2" name="Google Shape;462;p22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3" name="Google Shape;463;p22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4" name="Google Shape;464;p22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65" name="Google Shape;465;p22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466" name="Google Shape;466;p22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7" name="Google Shape;467;p2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8" name="Google Shape;468;p2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9" name="Google Shape;469;p22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70" name="Google Shape;470;p22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471" name="Google Shape;471;p22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72" name="Google Shape;472;p2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73" name="Google Shape;473;p2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74" name="Google Shape;474;p22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475" name="Google Shape;475;p22"/>
          <p:cNvSpPr/>
          <p:nvPr/>
        </p:nvSpPr>
        <p:spPr>
          <a:xfrm>
            <a:off x="5023375" y="3994875"/>
            <a:ext cx="3941541" cy="1148616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76" name="Google Shape;476;p22"/>
          <p:cNvSpPr/>
          <p:nvPr/>
        </p:nvSpPr>
        <p:spPr>
          <a:xfrm rot="5400000">
            <a:off x="6364434" y="2363929"/>
            <a:ext cx="912991" cy="4646142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77" name="Google Shape;477;p22"/>
          <p:cNvSpPr/>
          <p:nvPr/>
        </p:nvSpPr>
        <p:spPr>
          <a:xfrm>
            <a:off x="1643225" y="-725"/>
            <a:ext cx="5761425" cy="711800"/>
          </a:xfrm>
          <a:custGeom>
            <a:rect b="b" l="l" r="r" t="t"/>
            <a:pathLst>
              <a:path extrusionOk="0" h="28472" w="230457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78" name="Google Shape;478;p22"/>
          <p:cNvSpPr/>
          <p:nvPr/>
        </p:nvSpPr>
        <p:spPr>
          <a:xfrm>
            <a:off x="7140700" y="-1350"/>
            <a:ext cx="2003375" cy="714225"/>
          </a:xfrm>
          <a:custGeom>
            <a:rect b="b" l="l" r="r" t="t"/>
            <a:pathLst>
              <a:path extrusionOk="0" h="28569" w="80135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1000">
                <a:schemeClr val="accent1"/>
              </a:gs>
              <a:gs pos="26000">
                <a:schemeClr val="accent3"/>
              </a:gs>
              <a:gs pos="63000">
                <a:schemeClr val="accent4"/>
              </a:gs>
              <a:gs pos="100000">
                <a:schemeClr val="accent4"/>
              </a:gs>
            </a:gsLst>
            <a:lin ang="8100019" scaled="0"/>
          </a:gradFill>
          <a:ln>
            <a:noFill/>
          </a:ln>
          <a:effectLst>
            <a:outerShdw blurRad="314325" rotWithShape="0" algn="bl" dir="5400000" dist="28575">
              <a:schemeClr val="accent4">
                <a:alpha val="24000"/>
              </a:schemeClr>
            </a:outerShdw>
          </a:effectLst>
        </p:spPr>
      </p:sp>
      <p:cxnSp>
        <p:nvCxnSpPr>
          <p:cNvPr id="479" name="Google Shape;479;p22"/>
          <p:cNvCxnSpPr/>
          <p:nvPr/>
        </p:nvCxnSpPr>
        <p:spPr>
          <a:xfrm rot="10800000">
            <a:off x="605578" y="17941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0" name="Google Shape;480;p22"/>
          <p:cNvCxnSpPr/>
          <p:nvPr/>
        </p:nvCxnSpPr>
        <p:spPr>
          <a:xfrm rot="10800000">
            <a:off x="605578" y="27319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1" name="Google Shape;481;p22"/>
          <p:cNvCxnSpPr/>
          <p:nvPr/>
        </p:nvCxnSpPr>
        <p:spPr>
          <a:xfrm rot="10800000">
            <a:off x="606300" y="36697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2" name="Google Shape;482;p22"/>
          <p:cNvSpPr txBox="1"/>
          <p:nvPr>
            <p:ph idx="1" type="body"/>
          </p:nvPr>
        </p:nvSpPr>
        <p:spPr>
          <a:xfrm>
            <a:off x="5788075" y="1906850"/>
            <a:ext cx="3021300" cy="82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83" name="Google Shape;483;p22"/>
          <p:cNvSpPr txBox="1"/>
          <p:nvPr>
            <p:ph type="title"/>
          </p:nvPr>
        </p:nvSpPr>
        <p:spPr>
          <a:xfrm>
            <a:off x="2134625" y="2853988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4" name="Google Shape;484;p22"/>
          <p:cNvSpPr txBox="1"/>
          <p:nvPr>
            <p:ph idx="2" type="body"/>
          </p:nvPr>
        </p:nvSpPr>
        <p:spPr>
          <a:xfrm>
            <a:off x="5788075" y="2855650"/>
            <a:ext cx="3021300" cy="814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85" name="Google Shape;485;p22"/>
          <p:cNvSpPr txBox="1"/>
          <p:nvPr>
            <p:ph idx="3" type="title"/>
          </p:nvPr>
        </p:nvSpPr>
        <p:spPr>
          <a:xfrm>
            <a:off x="525175" y="2853988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6" name="Google Shape;486;p22"/>
          <p:cNvSpPr txBox="1"/>
          <p:nvPr>
            <p:ph idx="4" type="title"/>
          </p:nvPr>
        </p:nvSpPr>
        <p:spPr>
          <a:xfrm>
            <a:off x="2134625" y="3793475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7" name="Google Shape;487;p22"/>
          <p:cNvSpPr txBox="1"/>
          <p:nvPr>
            <p:ph idx="5" type="body"/>
          </p:nvPr>
        </p:nvSpPr>
        <p:spPr>
          <a:xfrm>
            <a:off x="5788075" y="3793450"/>
            <a:ext cx="3021300" cy="83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88" name="Google Shape;488;p22"/>
          <p:cNvSpPr txBox="1"/>
          <p:nvPr>
            <p:ph idx="6" type="title"/>
          </p:nvPr>
        </p:nvSpPr>
        <p:spPr>
          <a:xfrm>
            <a:off x="525175" y="3793475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9" name="Google Shape;489;p22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90" name="Google Shape;490;p22"/>
          <p:cNvSpPr txBox="1"/>
          <p:nvPr>
            <p:ph idx="8" type="title"/>
          </p:nvPr>
        </p:nvSpPr>
        <p:spPr>
          <a:xfrm>
            <a:off x="2134625" y="1914525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91" name="Google Shape;491;p22"/>
          <p:cNvSpPr txBox="1"/>
          <p:nvPr>
            <p:ph idx="9" type="title"/>
          </p:nvPr>
        </p:nvSpPr>
        <p:spPr>
          <a:xfrm>
            <a:off x="525175" y="1914525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92" name="Google Shape;492;p22"/>
          <p:cNvSpPr txBox="1"/>
          <p:nvPr>
            <p:ph idx="13" type="title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93" name="Google Shape;493;p22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7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"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5" name="Google Shape;495;p23"/>
          <p:cNvGrpSpPr/>
          <p:nvPr/>
        </p:nvGrpSpPr>
        <p:grpSpPr>
          <a:xfrm>
            <a:off x="115026" y="364"/>
            <a:ext cx="5125634" cy="5143564"/>
            <a:chOff x="312900" y="2788524"/>
            <a:chExt cx="2221197" cy="1994480"/>
          </a:xfrm>
        </p:grpSpPr>
        <p:grpSp>
          <p:nvGrpSpPr>
            <p:cNvPr id="496" name="Google Shape;496;p23"/>
            <p:cNvGrpSpPr/>
            <p:nvPr/>
          </p:nvGrpSpPr>
          <p:grpSpPr>
            <a:xfrm>
              <a:off x="312900" y="2788524"/>
              <a:ext cx="1851000" cy="1994480"/>
              <a:chOff x="461225" y="3244074"/>
              <a:chExt cx="1851000" cy="1994480"/>
            </a:xfrm>
          </p:grpSpPr>
          <p:grpSp>
            <p:nvGrpSpPr>
              <p:cNvPr id="497" name="Google Shape;497;p23"/>
              <p:cNvGrpSpPr/>
              <p:nvPr/>
            </p:nvGrpSpPr>
            <p:grpSpPr>
              <a:xfrm>
                <a:off x="461229" y="3244074"/>
                <a:ext cx="1850992" cy="1994480"/>
                <a:chOff x="461229" y="3244074"/>
                <a:chExt cx="1850992" cy="1994480"/>
              </a:xfrm>
            </p:grpSpPr>
            <p:sp>
              <p:nvSpPr>
                <p:cNvPr id="498" name="Google Shape;498;p23"/>
                <p:cNvSpPr/>
                <p:nvPr/>
              </p:nvSpPr>
              <p:spPr>
                <a:xfrm>
                  <a:off x="461229" y="3244074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99" name="Google Shape;499;p23"/>
                <p:cNvSpPr/>
                <p:nvPr/>
              </p:nvSpPr>
              <p:spPr>
                <a:xfrm>
                  <a:off x="831430" y="5100554"/>
                  <a:ext cx="370200" cy="1380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0" name="Google Shape;500;p23"/>
                <p:cNvSpPr/>
                <p:nvPr/>
              </p:nvSpPr>
              <p:spPr>
                <a:xfrm>
                  <a:off x="1201620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1" name="Google Shape;501;p23"/>
                <p:cNvSpPr/>
                <p:nvPr/>
              </p:nvSpPr>
              <p:spPr>
                <a:xfrm>
                  <a:off x="1571820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2" name="Google Shape;502;p23"/>
                <p:cNvSpPr/>
                <p:nvPr/>
              </p:nvSpPr>
              <p:spPr>
                <a:xfrm>
                  <a:off x="1942021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03" name="Google Shape;503;p23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04" name="Google Shape;504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5" name="Google Shape;505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6" name="Google Shape;506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7" name="Google Shape;507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8" name="Google Shape;508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09" name="Google Shape;509;p23"/>
              <p:cNvGrpSpPr/>
              <p:nvPr/>
            </p:nvGrpSpPr>
            <p:grpSpPr>
              <a:xfrm>
                <a:off x="461225" y="3989700"/>
                <a:ext cx="1851000" cy="1110726"/>
                <a:chOff x="461225" y="3249175"/>
                <a:chExt cx="1851000" cy="1110726"/>
              </a:xfrm>
            </p:grpSpPr>
            <p:sp>
              <p:nvSpPr>
                <p:cNvPr id="510" name="Google Shape;510;p23"/>
                <p:cNvSpPr/>
                <p:nvPr/>
              </p:nvSpPr>
              <p:spPr>
                <a:xfrm>
                  <a:off x="461225" y="3989701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1" name="Google Shape;511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2" name="Google Shape;512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3" name="Google Shape;513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4" name="Google Shape;514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15" name="Google Shape;515;p23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16" name="Google Shape;516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7" name="Google Shape;517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8" name="Google Shape;518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9" name="Google Shape;519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520" name="Google Shape;520;p23"/>
            <p:cNvSpPr/>
            <p:nvPr/>
          </p:nvSpPr>
          <p:spPr>
            <a:xfrm>
              <a:off x="2163897" y="2788524"/>
              <a:ext cx="370200" cy="3753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521" name="Google Shape;521;p23"/>
          <p:cNvGrpSpPr/>
          <p:nvPr/>
        </p:nvGrpSpPr>
        <p:grpSpPr>
          <a:xfrm flipH="1" rot="5400000">
            <a:off x="7145338" y="3274875"/>
            <a:ext cx="2221200" cy="1481050"/>
            <a:chOff x="312900" y="2793625"/>
            <a:chExt cx="2221200" cy="1481050"/>
          </a:xfrm>
        </p:grpSpPr>
        <p:grpSp>
          <p:nvGrpSpPr>
            <p:cNvPr id="522" name="Google Shape;522;p23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523" name="Google Shape;523;p23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24" name="Google Shape;524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5" name="Google Shape;525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6" name="Google Shape;526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7" name="Google Shape;527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8" name="Google Shape;528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29" name="Google Shape;529;p23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30" name="Google Shape;530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1" name="Google Shape;531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2" name="Google Shape;532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3" name="Google Shape;533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4" name="Google Shape;534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35" name="Google Shape;535;p23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36" name="Google Shape;536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7" name="Google Shape;537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8" name="Google Shape;538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9" name="Google Shape;539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0" name="Google Shape;540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41" name="Google Shape;541;p23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42" name="Google Shape;542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3" name="Google Shape;543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4" name="Google Shape;544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5" name="Google Shape;545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6" name="Google Shape;546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547" name="Google Shape;547;p23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548" name="Google Shape;548;p23"/>
          <p:cNvSpPr/>
          <p:nvPr/>
        </p:nvSpPr>
        <p:spPr>
          <a:xfrm>
            <a:off x="6255775" y="3774250"/>
            <a:ext cx="2888225" cy="1369250"/>
          </a:xfrm>
          <a:custGeom>
            <a:rect b="b" l="l" r="r" t="t"/>
            <a:pathLst>
              <a:path extrusionOk="0" h="54770" w="115529">
                <a:moveTo>
                  <a:pt x="115529" y="1"/>
                </a:moveTo>
                <a:lnTo>
                  <a:pt x="112924" y="187"/>
                </a:lnTo>
                <a:lnTo>
                  <a:pt x="110245" y="447"/>
                </a:lnTo>
                <a:lnTo>
                  <a:pt x="107566" y="745"/>
                </a:lnTo>
                <a:lnTo>
                  <a:pt x="104850" y="1080"/>
                </a:lnTo>
                <a:lnTo>
                  <a:pt x="102097" y="1489"/>
                </a:lnTo>
                <a:lnTo>
                  <a:pt x="99344" y="1936"/>
                </a:lnTo>
                <a:lnTo>
                  <a:pt x="96516" y="2419"/>
                </a:lnTo>
                <a:lnTo>
                  <a:pt x="93725" y="2940"/>
                </a:lnTo>
                <a:lnTo>
                  <a:pt x="90860" y="3536"/>
                </a:lnTo>
                <a:lnTo>
                  <a:pt x="88033" y="4131"/>
                </a:lnTo>
                <a:lnTo>
                  <a:pt x="85168" y="4801"/>
                </a:lnTo>
                <a:lnTo>
                  <a:pt x="82266" y="5508"/>
                </a:lnTo>
                <a:lnTo>
                  <a:pt x="79401" y="6252"/>
                </a:lnTo>
                <a:lnTo>
                  <a:pt x="76498" y="7070"/>
                </a:lnTo>
                <a:lnTo>
                  <a:pt x="73596" y="7889"/>
                </a:lnTo>
                <a:lnTo>
                  <a:pt x="70694" y="8782"/>
                </a:lnTo>
                <a:lnTo>
                  <a:pt x="67308" y="9861"/>
                </a:lnTo>
                <a:lnTo>
                  <a:pt x="63960" y="10977"/>
                </a:lnTo>
                <a:lnTo>
                  <a:pt x="60685" y="12130"/>
                </a:lnTo>
                <a:lnTo>
                  <a:pt x="57411" y="13321"/>
                </a:lnTo>
                <a:lnTo>
                  <a:pt x="54211" y="14586"/>
                </a:lnTo>
                <a:lnTo>
                  <a:pt x="51086" y="15851"/>
                </a:lnTo>
                <a:lnTo>
                  <a:pt x="47961" y="17153"/>
                </a:lnTo>
                <a:lnTo>
                  <a:pt x="44947" y="18530"/>
                </a:lnTo>
                <a:lnTo>
                  <a:pt x="41970" y="19907"/>
                </a:lnTo>
                <a:lnTo>
                  <a:pt x="39068" y="21321"/>
                </a:lnTo>
                <a:lnTo>
                  <a:pt x="36203" y="22772"/>
                </a:lnTo>
                <a:lnTo>
                  <a:pt x="33450" y="24223"/>
                </a:lnTo>
                <a:lnTo>
                  <a:pt x="30734" y="25748"/>
                </a:lnTo>
                <a:lnTo>
                  <a:pt x="28129" y="27274"/>
                </a:lnTo>
                <a:lnTo>
                  <a:pt x="25562" y="28836"/>
                </a:lnTo>
                <a:lnTo>
                  <a:pt x="23106" y="30436"/>
                </a:lnTo>
                <a:lnTo>
                  <a:pt x="20799" y="31962"/>
                </a:lnTo>
                <a:lnTo>
                  <a:pt x="18604" y="33524"/>
                </a:lnTo>
                <a:lnTo>
                  <a:pt x="16521" y="35087"/>
                </a:lnTo>
                <a:lnTo>
                  <a:pt x="14549" y="36650"/>
                </a:lnTo>
                <a:lnTo>
                  <a:pt x="12651" y="38213"/>
                </a:lnTo>
                <a:lnTo>
                  <a:pt x="10902" y="39775"/>
                </a:lnTo>
                <a:lnTo>
                  <a:pt x="9265" y="41338"/>
                </a:lnTo>
                <a:lnTo>
                  <a:pt x="7740" y="42863"/>
                </a:lnTo>
                <a:lnTo>
                  <a:pt x="6326" y="44426"/>
                </a:lnTo>
                <a:lnTo>
                  <a:pt x="5061" y="45952"/>
                </a:lnTo>
                <a:lnTo>
                  <a:pt x="4466" y="46696"/>
                </a:lnTo>
                <a:lnTo>
                  <a:pt x="3870" y="47477"/>
                </a:lnTo>
                <a:lnTo>
                  <a:pt x="3349" y="48221"/>
                </a:lnTo>
                <a:lnTo>
                  <a:pt x="2828" y="48965"/>
                </a:lnTo>
                <a:lnTo>
                  <a:pt x="2382" y="49709"/>
                </a:lnTo>
                <a:lnTo>
                  <a:pt x="1936" y="50454"/>
                </a:lnTo>
                <a:lnTo>
                  <a:pt x="1526" y="51198"/>
                </a:lnTo>
                <a:lnTo>
                  <a:pt x="1154" y="51905"/>
                </a:lnTo>
                <a:lnTo>
                  <a:pt x="819" y="52649"/>
                </a:lnTo>
                <a:lnTo>
                  <a:pt x="522" y="53356"/>
                </a:lnTo>
                <a:lnTo>
                  <a:pt x="224" y="54063"/>
                </a:lnTo>
                <a:lnTo>
                  <a:pt x="1" y="54770"/>
                </a:lnTo>
                <a:lnTo>
                  <a:pt x="115529" y="54770"/>
                </a:lnTo>
                <a:lnTo>
                  <a:pt x="11552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49" name="Google Shape;549;p23"/>
          <p:cNvSpPr/>
          <p:nvPr/>
        </p:nvSpPr>
        <p:spPr>
          <a:xfrm rot="5400000">
            <a:off x="6256650" y="3649999"/>
            <a:ext cx="1392300" cy="3359400"/>
          </a:xfrm>
          <a:prstGeom prst="chord">
            <a:avLst>
              <a:gd fmla="val 5820070" name="adj1"/>
              <a:gd fmla="val 15784537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50" name="Google Shape;550;p23"/>
          <p:cNvSpPr txBox="1"/>
          <p:nvPr>
            <p:ph idx="1" type="subTitle"/>
          </p:nvPr>
        </p:nvSpPr>
        <p:spPr>
          <a:xfrm>
            <a:off x="4482800" y="3963975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1" name="Google Shape;551;p23"/>
          <p:cNvSpPr txBox="1"/>
          <p:nvPr>
            <p:ph idx="2" type="subTitle"/>
          </p:nvPr>
        </p:nvSpPr>
        <p:spPr>
          <a:xfrm>
            <a:off x="4482800" y="3731112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52" name="Google Shape;552;p23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3" name="Google Shape;553;p23"/>
          <p:cNvSpPr txBox="1"/>
          <p:nvPr>
            <p:ph idx="3" type="title"/>
          </p:nvPr>
        </p:nvSpPr>
        <p:spPr>
          <a:xfrm>
            <a:off x="115025" y="4710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554" name="Google Shape;554;p23"/>
          <p:cNvSpPr txBox="1"/>
          <p:nvPr>
            <p:ph idx="4" type="subTitle"/>
          </p:nvPr>
        </p:nvSpPr>
        <p:spPr>
          <a:xfrm>
            <a:off x="4482800" y="3428650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5" name="Google Shape;555;p23"/>
          <p:cNvSpPr txBox="1"/>
          <p:nvPr>
            <p:ph idx="5" type="subTitle"/>
          </p:nvPr>
        </p:nvSpPr>
        <p:spPr>
          <a:xfrm>
            <a:off x="4482800" y="3195787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56" name="Google Shape;556;p23"/>
          <p:cNvSpPr txBox="1"/>
          <p:nvPr>
            <p:ph idx="6" type="subTitle"/>
          </p:nvPr>
        </p:nvSpPr>
        <p:spPr>
          <a:xfrm>
            <a:off x="4482800" y="2894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7" name="Google Shape;557;p23"/>
          <p:cNvSpPr txBox="1"/>
          <p:nvPr>
            <p:ph idx="7" type="subTitle"/>
          </p:nvPr>
        </p:nvSpPr>
        <p:spPr>
          <a:xfrm>
            <a:off x="4482800" y="266200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58" name="Google Shape;558;p23"/>
          <p:cNvSpPr txBox="1"/>
          <p:nvPr>
            <p:ph idx="8" type="subTitle"/>
          </p:nvPr>
        </p:nvSpPr>
        <p:spPr>
          <a:xfrm>
            <a:off x="4482800" y="2361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9" name="Google Shape;559;p23"/>
          <p:cNvSpPr txBox="1"/>
          <p:nvPr>
            <p:ph idx="9" type="subTitle"/>
          </p:nvPr>
        </p:nvSpPr>
        <p:spPr>
          <a:xfrm>
            <a:off x="4482800" y="212900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60" name="Google Shape;560;p23"/>
          <p:cNvSpPr txBox="1"/>
          <p:nvPr>
            <p:ph idx="13" type="subTitle"/>
          </p:nvPr>
        </p:nvSpPr>
        <p:spPr>
          <a:xfrm>
            <a:off x="4482800" y="1829238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61" name="Google Shape;561;p23"/>
          <p:cNvSpPr txBox="1"/>
          <p:nvPr>
            <p:ph idx="14" type="subTitle"/>
          </p:nvPr>
        </p:nvSpPr>
        <p:spPr>
          <a:xfrm>
            <a:off x="4482800" y="1596375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62" name="Google Shape;562;p23"/>
          <p:cNvSpPr txBox="1"/>
          <p:nvPr>
            <p:ph idx="15" type="subTitle"/>
          </p:nvPr>
        </p:nvSpPr>
        <p:spPr>
          <a:xfrm>
            <a:off x="4482800" y="129661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63" name="Google Shape;563;p23"/>
          <p:cNvSpPr txBox="1"/>
          <p:nvPr>
            <p:ph idx="16" type="subTitle"/>
          </p:nvPr>
        </p:nvSpPr>
        <p:spPr>
          <a:xfrm>
            <a:off x="4482800" y="106375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64" name="Google Shape;564;p23"/>
          <p:cNvSpPr txBox="1"/>
          <p:nvPr>
            <p:ph idx="1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ence Persona Infographic">
  <p:cSld name="BLANK_1_1_1_1_1_1_1_1_1_1_1_1_3">
    <p:bg>
      <p:bgPr>
        <a:solidFill>
          <a:schemeClr val="lt1"/>
        </a:solidFill>
      </p:bgPr>
    </p:bg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24"/>
          <p:cNvSpPr/>
          <p:nvPr/>
        </p:nvSpPr>
        <p:spPr>
          <a:xfrm>
            <a:off x="6702700" y="2532550"/>
            <a:ext cx="2441400" cy="2610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67" name="Google Shape;567;p24"/>
          <p:cNvSpPr/>
          <p:nvPr>
            <p:ph idx="2" type="pic"/>
          </p:nvPr>
        </p:nvSpPr>
        <p:spPr>
          <a:xfrm>
            <a:off x="6702600" y="-16150"/>
            <a:ext cx="2441400" cy="2574600"/>
          </a:xfrm>
          <a:prstGeom prst="rect">
            <a:avLst/>
          </a:prstGeom>
          <a:noFill/>
          <a:ln>
            <a:noFill/>
          </a:ln>
        </p:spPr>
      </p:sp>
      <p:sp>
        <p:nvSpPr>
          <p:cNvPr id="568" name="Google Shape;568;p24"/>
          <p:cNvSpPr txBox="1"/>
          <p:nvPr>
            <p:ph idx="1" type="subTitle"/>
          </p:nvPr>
        </p:nvSpPr>
        <p:spPr>
          <a:xfrm>
            <a:off x="115025" y="1739375"/>
            <a:ext cx="3460800" cy="17766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69" name="Google Shape;569;p24"/>
          <p:cNvSpPr txBox="1"/>
          <p:nvPr>
            <p:ph idx="3" type="subTitle"/>
          </p:nvPr>
        </p:nvSpPr>
        <p:spPr>
          <a:xfrm>
            <a:off x="115025" y="3869063"/>
            <a:ext cx="3460800" cy="8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0" name="Google Shape;570;p24"/>
          <p:cNvSpPr txBox="1"/>
          <p:nvPr>
            <p:ph type="title"/>
          </p:nvPr>
        </p:nvSpPr>
        <p:spPr>
          <a:xfrm>
            <a:off x="3656050" y="1739375"/>
            <a:ext cx="2960700" cy="23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1" name="Google Shape;571;p24"/>
          <p:cNvSpPr txBox="1"/>
          <p:nvPr>
            <p:ph idx="4" type="title"/>
          </p:nvPr>
        </p:nvSpPr>
        <p:spPr>
          <a:xfrm>
            <a:off x="3656050" y="2786778"/>
            <a:ext cx="29607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2" name="Google Shape;572;p24"/>
          <p:cNvSpPr txBox="1"/>
          <p:nvPr>
            <p:ph idx="5" type="title"/>
          </p:nvPr>
        </p:nvSpPr>
        <p:spPr>
          <a:xfrm>
            <a:off x="3624425" y="4231975"/>
            <a:ext cx="9006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3" name="Google Shape;573;p24"/>
          <p:cNvSpPr txBox="1"/>
          <p:nvPr>
            <p:ph idx="6" type="title"/>
          </p:nvPr>
        </p:nvSpPr>
        <p:spPr>
          <a:xfrm>
            <a:off x="115025" y="1079975"/>
            <a:ext cx="6055500" cy="4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574" name="Google Shape;574;p24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75" name="Google Shape;575;p24"/>
          <p:cNvSpPr txBox="1"/>
          <p:nvPr>
            <p:ph idx="8" type="title"/>
          </p:nvPr>
        </p:nvSpPr>
        <p:spPr>
          <a:xfrm>
            <a:off x="115025" y="473240"/>
            <a:ext cx="6055500" cy="5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6" name="Google Shape;576;p24"/>
          <p:cNvSpPr txBox="1"/>
          <p:nvPr>
            <p:ph idx="9" type="title"/>
          </p:nvPr>
        </p:nvSpPr>
        <p:spPr>
          <a:xfrm>
            <a:off x="115025" y="3631463"/>
            <a:ext cx="3460800" cy="237600"/>
          </a:xfrm>
          <a:prstGeom prst="rect">
            <a:avLst/>
          </a:prstGeom>
        </p:spPr>
        <p:txBody>
          <a:bodyPr anchorCtr="0" anchor="t" bIns="0" lIns="91425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7" name="Google Shape;577;p24"/>
          <p:cNvSpPr txBox="1"/>
          <p:nvPr>
            <p:ph idx="13" type="subTitle"/>
          </p:nvPr>
        </p:nvSpPr>
        <p:spPr>
          <a:xfrm>
            <a:off x="6751650" y="2599100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78" name="Google Shape;578;p24"/>
          <p:cNvSpPr txBox="1"/>
          <p:nvPr>
            <p:ph idx="14" type="subTitle"/>
          </p:nvPr>
        </p:nvSpPr>
        <p:spPr>
          <a:xfrm>
            <a:off x="6751650" y="2912378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79" name="Google Shape;579;p24"/>
          <p:cNvSpPr txBox="1"/>
          <p:nvPr>
            <p:ph idx="15" type="subTitle"/>
          </p:nvPr>
        </p:nvSpPr>
        <p:spPr>
          <a:xfrm>
            <a:off x="6751650" y="3225655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0" name="Google Shape;580;p24"/>
          <p:cNvSpPr txBox="1"/>
          <p:nvPr>
            <p:ph idx="16" type="subTitle"/>
          </p:nvPr>
        </p:nvSpPr>
        <p:spPr>
          <a:xfrm>
            <a:off x="6751650" y="3538932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1" name="Google Shape;581;p24"/>
          <p:cNvSpPr txBox="1"/>
          <p:nvPr>
            <p:ph idx="17" type="subTitle"/>
          </p:nvPr>
        </p:nvSpPr>
        <p:spPr>
          <a:xfrm>
            <a:off x="6751650" y="3852210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2" name="Google Shape;582;p24"/>
          <p:cNvSpPr txBox="1"/>
          <p:nvPr>
            <p:ph idx="18" type="subTitle"/>
          </p:nvPr>
        </p:nvSpPr>
        <p:spPr>
          <a:xfrm>
            <a:off x="6751650" y="4165488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3" name="Google Shape;583;p24"/>
          <p:cNvSpPr txBox="1"/>
          <p:nvPr>
            <p:ph idx="19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2">
  <p:cSld name="BLANK_1_1_1_1_1_1_1_1_1_1_1_1_2"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25"/>
          <p:cNvSpPr/>
          <p:nvPr/>
        </p:nvSpPr>
        <p:spPr>
          <a:xfrm flipH="1" rot="-8100000">
            <a:off x="4692650" y="965198"/>
            <a:ext cx="4843399" cy="2480248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86" name="Google Shape;586;p25"/>
          <p:cNvSpPr/>
          <p:nvPr/>
        </p:nvSpPr>
        <p:spPr>
          <a:xfrm flipH="1" rot="10800000">
            <a:off x="4676692" y="3337812"/>
            <a:ext cx="4467295" cy="1685226"/>
          </a:xfrm>
          <a:custGeom>
            <a:rect b="b" l="l" r="r" t="t"/>
            <a:pathLst>
              <a:path extrusionOk="0" h="51371" w="119855">
                <a:moveTo>
                  <a:pt x="32006" y="0"/>
                </a:moveTo>
                <a:lnTo>
                  <a:pt x="30303" y="29"/>
                </a:lnTo>
                <a:lnTo>
                  <a:pt x="28658" y="116"/>
                </a:lnTo>
                <a:lnTo>
                  <a:pt x="27042" y="202"/>
                </a:lnTo>
                <a:lnTo>
                  <a:pt x="25455" y="289"/>
                </a:lnTo>
                <a:lnTo>
                  <a:pt x="23896" y="433"/>
                </a:lnTo>
                <a:lnTo>
                  <a:pt x="22367" y="606"/>
                </a:lnTo>
                <a:lnTo>
                  <a:pt x="20895" y="779"/>
                </a:lnTo>
                <a:lnTo>
                  <a:pt x="19452" y="1010"/>
                </a:lnTo>
                <a:lnTo>
                  <a:pt x="18067" y="1241"/>
                </a:lnTo>
                <a:lnTo>
                  <a:pt x="16710" y="1501"/>
                </a:lnTo>
                <a:lnTo>
                  <a:pt x="15383" y="1761"/>
                </a:lnTo>
                <a:lnTo>
                  <a:pt x="14142" y="2078"/>
                </a:lnTo>
                <a:lnTo>
                  <a:pt x="12930" y="2396"/>
                </a:lnTo>
                <a:lnTo>
                  <a:pt x="11746" y="2771"/>
                </a:lnTo>
                <a:lnTo>
                  <a:pt x="10621" y="3117"/>
                </a:lnTo>
                <a:lnTo>
                  <a:pt x="9524" y="3550"/>
                </a:lnTo>
                <a:lnTo>
                  <a:pt x="8485" y="3983"/>
                </a:lnTo>
                <a:lnTo>
                  <a:pt x="7504" y="4416"/>
                </a:lnTo>
                <a:lnTo>
                  <a:pt x="6581" y="4906"/>
                </a:lnTo>
                <a:lnTo>
                  <a:pt x="5715" y="5397"/>
                </a:lnTo>
                <a:lnTo>
                  <a:pt x="4907" y="5916"/>
                </a:lnTo>
                <a:lnTo>
                  <a:pt x="4156" y="6465"/>
                </a:lnTo>
                <a:lnTo>
                  <a:pt x="3464" y="7013"/>
                </a:lnTo>
                <a:lnTo>
                  <a:pt x="2829" y="7590"/>
                </a:lnTo>
                <a:lnTo>
                  <a:pt x="2281" y="8196"/>
                </a:lnTo>
                <a:lnTo>
                  <a:pt x="1761" y="8802"/>
                </a:lnTo>
                <a:lnTo>
                  <a:pt x="1328" y="9437"/>
                </a:lnTo>
                <a:lnTo>
                  <a:pt x="953" y="10072"/>
                </a:lnTo>
                <a:lnTo>
                  <a:pt x="636" y="10765"/>
                </a:lnTo>
                <a:lnTo>
                  <a:pt x="376" y="11429"/>
                </a:lnTo>
                <a:lnTo>
                  <a:pt x="174" y="12121"/>
                </a:lnTo>
                <a:lnTo>
                  <a:pt x="87" y="12698"/>
                </a:lnTo>
                <a:lnTo>
                  <a:pt x="29" y="13276"/>
                </a:lnTo>
                <a:lnTo>
                  <a:pt x="1" y="13853"/>
                </a:lnTo>
                <a:lnTo>
                  <a:pt x="29" y="14430"/>
                </a:lnTo>
                <a:lnTo>
                  <a:pt x="87" y="15007"/>
                </a:lnTo>
                <a:lnTo>
                  <a:pt x="174" y="15613"/>
                </a:lnTo>
                <a:lnTo>
                  <a:pt x="318" y="16219"/>
                </a:lnTo>
                <a:lnTo>
                  <a:pt x="491" y="16796"/>
                </a:lnTo>
                <a:lnTo>
                  <a:pt x="722" y="17403"/>
                </a:lnTo>
                <a:lnTo>
                  <a:pt x="953" y="18009"/>
                </a:lnTo>
                <a:lnTo>
                  <a:pt x="1242" y="18615"/>
                </a:lnTo>
                <a:lnTo>
                  <a:pt x="1588" y="19221"/>
                </a:lnTo>
                <a:lnTo>
                  <a:pt x="1934" y="19856"/>
                </a:lnTo>
                <a:lnTo>
                  <a:pt x="2338" y="20462"/>
                </a:lnTo>
                <a:lnTo>
                  <a:pt x="2771" y="21068"/>
                </a:lnTo>
                <a:lnTo>
                  <a:pt x="3233" y="21703"/>
                </a:lnTo>
                <a:lnTo>
                  <a:pt x="3752" y="22309"/>
                </a:lnTo>
                <a:lnTo>
                  <a:pt x="4272" y="22944"/>
                </a:lnTo>
                <a:lnTo>
                  <a:pt x="4849" y="23550"/>
                </a:lnTo>
                <a:lnTo>
                  <a:pt x="5455" y="24185"/>
                </a:lnTo>
                <a:lnTo>
                  <a:pt x="6090" y="24791"/>
                </a:lnTo>
                <a:lnTo>
                  <a:pt x="6754" y="25426"/>
                </a:lnTo>
                <a:lnTo>
                  <a:pt x="7446" y="26032"/>
                </a:lnTo>
                <a:lnTo>
                  <a:pt x="8197" y="26638"/>
                </a:lnTo>
                <a:lnTo>
                  <a:pt x="8947" y="27273"/>
                </a:lnTo>
                <a:lnTo>
                  <a:pt x="9726" y="27879"/>
                </a:lnTo>
                <a:lnTo>
                  <a:pt x="10563" y="28485"/>
                </a:lnTo>
                <a:lnTo>
                  <a:pt x="11400" y="29120"/>
                </a:lnTo>
                <a:lnTo>
                  <a:pt x="12295" y="29726"/>
                </a:lnTo>
                <a:lnTo>
                  <a:pt x="13189" y="30332"/>
                </a:lnTo>
                <a:lnTo>
                  <a:pt x="14113" y="30938"/>
                </a:lnTo>
                <a:lnTo>
                  <a:pt x="15094" y="31544"/>
                </a:lnTo>
                <a:lnTo>
                  <a:pt x="17085" y="32727"/>
                </a:lnTo>
                <a:lnTo>
                  <a:pt x="19192" y="33910"/>
                </a:lnTo>
                <a:lnTo>
                  <a:pt x="21414" y="35065"/>
                </a:lnTo>
                <a:lnTo>
                  <a:pt x="23723" y="36219"/>
                </a:lnTo>
                <a:lnTo>
                  <a:pt x="26118" y="37316"/>
                </a:lnTo>
                <a:lnTo>
                  <a:pt x="28629" y="38412"/>
                </a:lnTo>
                <a:lnTo>
                  <a:pt x="31198" y="39480"/>
                </a:lnTo>
                <a:lnTo>
                  <a:pt x="33853" y="40519"/>
                </a:lnTo>
                <a:lnTo>
                  <a:pt x="36595" y="41529"/>
                </a:lnTo>
                <a:lnTo>
                  <a:pt x="39423" y="42510"/>
                </a:lnTo>
                <a:lnTo>
                  <a:pt x="42309" y="43434"/>
                </a:lnTo>
                <a:lnTo>
                  <a:pt x="45281" y="44329"/>
                </a:lnTo>
                <a:lnTo>
                  <a:pt x="48283" y="45194"/>
                </a:lnTo>
                <a:lnTo>
                  <a:pt x="51371" y="46002"/>
                </a:lnTo>
                <a:lnTo>
                  <a:pt x="54516" y="46782"/>
                </a:lnTo>
                <a:lnTo>
                  <a:pt x="57691" y="47503"/>
                </a:lnTo>
                <a:lnTo>
                  <a:pt x="59884" y="47965"/>
                </a:lnTo>
                <a:lnTo>
                  <a:pt x="62049" y="48398"/>
                </a:lnTo>
                <a:lnTo>
                  <a:pt x="64213" y="48802"/>
                </a:lnTo>
                <a:lnTo>
                  <a:pt x="66378" y="49177"/>
                </a:lnTo>
                <a:lnTo>
                  <a:pt x="68542" y="49523"/>
                </a:lnTo>
                <a:lnTo>
                  <a:pt x="70678" y="49841"/>
                </a:lnTo>
                <a:lnTo>
                  <a:pt x="72813" y="50129"/>
                </a:lnTo>
                <a:lnTo>
                  <a:pt x="74949" y="50389"/>
                </a:lnTo>
                <a:lnTo>
                  <a:pt x="77027" y="50620"/>
                </a:lnTo>
                <a:lnTo>
                  <a:pt x="79133" y="50822"/>
                </a:lnTo>
                <a:lnTo>
                  <a:pt x="81183" y="50995"/>
                </a:lnTo>
                <a:lnTo>
                  <a:pt x="83232" y="51111"/>
                </a:lnTo>
                <a:lnTo>
                  <a:pt x="85252" y="51226"/>
                </a:lnTo>
                <a:lnTo>
                  <a:pt x="87272" y="51313"/>
                </a:lnTo>
                <a:lnTo>
                  <a:pt x="89234" y="51370"/>
                </a:lnTo>
                <a:lnTo>
                  <a:pt x="91168" y="51370"/>
                </a:lnTo>
                <a:lnTo>
                  <a:pt x="93534" y="51342"/>
                </a:lnTo>
                <a:lnTo>
                  <a:pt x="95843" y="51284"/>
                </a:lnTo>
                <a:lnTo>
                  <a:pt x="98094" y="51168"/>
                </a:lnTo>
                <a:lnTo>
                  <a:pt x="100259" y="50995"/>
                </a:lnTo>
                <a:lnTo>
                  <a:pt x="102365" y="50764"/>
                </a:lnTo>
                <a:lnTo>
                  <a:pt x="104386" y="50533"/>
                </a:lnTo>
                <a:lnTo>
                  <a:pt x="106319" y="50216"/>
                </a:lnTo>
                <a:lnTo>
                  <a:pt x="108195" y="49870"/>
                </a:lnTo>
                <a:lnTo>
                  <a:pt x="109955" y="49466"/>
                </a:lnTo>
                <a:lnTo>
                  <a:pt x="111658" y="49033"/>
                </a:lnTo>
                <a:lnTo>
                  <a:pt x="113274" y="48571"/>
                </a:lnTo>
                <a:lnTo>
                  <a:pt x="114025" y="48311"/>
                </a:lnTo>
                <a:lnTo>
                  <a:pt x="114775" y="48052"/>
                </a:lnTo>
                <a:lnTo>
                  <a:pt x="115497" y="47763"/>
                </a:lnTo>
                <a:lnTo>
                  <a:pt x="116189" y="47474"/>
                </a:lnTo>
                <a:lnTo>
                  <a:pt x="116882" y="47186"/>
                </a:lnTo>
                <a:lnTo>
                  <a:pt x="117517" y="46868"/>
                </a:lnTo>
                <a:lnTo>
                  <a:pt x="118152" y="46580"/>
                </a:lnTo>
                <a:lnTo>
                  <a:pt x="118729" y="46233"/>
                </a:lnTo>
                <a:lnTo>
                  <a:pt x="119306" y="45916"/>
                </a:lnTo>
                <a:lnTo>
                  <a:pt x="119854" y="45570"/>
                </a:lnTo>
                <a:lnTo>
                  <a:pt x="119854" y="27590"/>
                </a:lnTo>
                <a:lnTo>
                  <a:pt x="118989" y="26724"/>
                </a:lnTo>
                <a:lnTo>
                  <a:pt x="118065" y="25858"/>
                </a:lnTo>
                <a:lnTo>
                  <a:pt x="117084" y="24993"/>
                </a:lnTo>
                <a:lnTo>
                  <a:pt x="116045" y="24127"/>
                </a:lnTo>
                <a:lnTo>
                  <a:pt x="114919" y="23290"/>
                </a:lnTo>
                <a:lnTo>
                  <a:pt x="113765" y="22424"/>
                </a:lnTo>
                <a:lnTo>
                  <a:pt x="112553" y="21558"/>
                </a:lnTo>
                <a:lnTo>
                  <a:pt x="111283" y="20721"/>
                </a:lnTo>
                <a:lnTo>
                  <a:pt x="109927" y="19884"/>
                </a:lnTo>
                <a:lnTo>
                  <a:pt x="108570" y="19048"/>
                </a:lnTo>
                <a:lnTo>
                  <a:pt x="107127" y="18239"/>
                </a:lnTo>
                <a:lnTo>
                  <a:pt x="105627" y="17403"/>
                </a:lnTo>
                <a:lnTo>
                  <a:pt x="104097" y="16594"/>
                </a:lnTo>
                <a:lnTo>
                  <a:pt x="102510" y="15786"/>
                </a:lnTo>
                <a:lnTo>
                  <a:pt x="100894" y="15007"/>
                </a:lnTo>
                <a:lnTo>
                  <a:pt x="99220" y="14228"/>
                </a:lnTo>
                <a:lnTo>
                  <a:pt x="97430" y="13420"/>
                </a:lnTo>
                <a:lnTo>
                  <a:pt x="95612" y="12641"/>
                </a:lnTo>
                <a:lnTo>
                  <a:pt x="93765" y="11890"/>
                </a:lnTo>
                <a:lnTo>
                  <a:pt x="91889" y="11140"/>
                </a:lnTo>
                <a:lnTo>
                  <a:pt x="89985" y="10419"/>
                </a:lnTo>
                <a:lnTo>
                  <a:pt x="88022" y="9726"/>
                </a:lnTo>
                <a:lnTo>
                  <a:pt x="86060" y="9033"/>
                </a:lnTo>
                <a:lnTo>
                  <a:pt x="84040" y="8369"/>
                </a:lnTo>
                <a:lnTo>
                  <a:pt x="82019" y="7735"/>
                </a:lnTo>
                <a:lnTo>
                  <a:pt x="79970" y="7100"/>
                </a:lnTo>
                <a:lnTo>
                  <a:pt x="77893" y="6522"/>
                </a:lnTo>
                <a:lnTo>
                  <a:pt x="75786" y="5945"/>
                </a:lnTo>
                <a:lnTo>
                  <a:pt x="73650" y="5368"/>
                </a:lnTo>
                <a:lnTo>
                  <a:pt x="71515" y="4849"/>
                </a:lnTo>
                <a:lnTo>
                  <a:pt x="69379" y="4329"/>
                </a:lnTo>
                <a:lnTo>
                  <a:pt x="67214" y="3839"/>
                </a:lnTo>
                <a:lnTo>
                  <a:pt x="65021" y="3377"/>
                </a:lnTo>
                <a:lnTo>
                  <a:pt x="62857" y="2944"/>
                </a:lnTo>
                <a:lnTo>
                  <a:pt x="60692" y="2540"/>
                </a:lnTo>
                <a:lnTo>
                  <a:pt x="58528" y="2194"/>
                </a:lnTo>
                <a:lnTo>
                  <a:pt x="56363" y="1847"/>
                </a:lnTo>
                <a:lnTo>
                  <a:pt x="54228" y="1530"/>
                </a:lnTo>
                <a:lnTo>
                  <a:pt x="52092" y="1241"/>
                </a:lnTo>
                <a:lnTo>
                  <a:pt x="49985" y="981"/>
                </a:lnTo>
                <a:lnTo>
                  <a:pt x="47879" y="751"/>
                </a:lnTo>
                <a:lnTo>
                  <a:pt x="45772" y="549"/>
                </a:lnTo>
                <a:lnTo>
                  <a:pt x="43723" y="375"/>
                </a:lnTo>
                <a:lnTo>
                  <a:pt x="41674" y="231"/>
                </a:lnTo>
                <a:lnTo>
                  <a:pt x="39654" y="116"/>
                </a:lnTo>
                <a:lnTo>
                  <a:pt x="37662" y="58"/>
                </a:lnTo>
                <a:lnTo>
                  <a:pt x="35671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87" name="Google Shape;587;p25"/>
          <p:cNvSpPr/>
          <p:nvPr>
            <p:ph idx="2" type="pic"/>
          </p:nvPr>
        </p:nvSpPr>
        <p:spPr>
          <a:xfrm>
            <a:off x="5457500" y="0"/>
            <a:ext cx="3686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588" name="Google Shape;588;p25"/>
          <p:cNvSpPr txBox="1"/>
          <p:nvPr>
            <p:ph idx="1" type="body"/>
          </p:nvPr>
        </p:nvSpPr>
        <p:spPr>
          <a:xfrm>
            <a:off x="115025" y="1743625"/>
            <a:ext cx="20940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89" name="Google Shape;589;p25"/>
          <p:cNvSpPr txBox="1"/>
          <p:nvPr>
            <p:ph idx="3" type="body"/>
          </p:nvPr>
        </p:nvSpPr>
        <p:spPr>
          <a:xfrm>
            <a:off x="2276600" y="1743625"/>
            <a:ext cx="29049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90" name="Google Shape;590;p2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91" name="Google Shape;591;p25"/>
          <p:cNvSpPr txBox="1"/>
          <p:nvPr>
            <p:ph idx="4" type="title"/>
          </p:nvPr>
        </p:nvSpPr>
        <p:spPr>
          <a:xfrm>
            <a:off x="115025" y="502775"/>
            <a:ext cx="51255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592" name="Google Shape;592;p25"/>
          <p:cNvSpPr txBox="1"/>
          <p:nvPr>
            <p:ph idx="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Alt 2">
  <p:cSld name="BLANK_1_1_1_1_1_1_1_1_1_1_1_1_1_1">
    <p:bg>
      <p:bgPr>
        <a:solidFill>
          <a:schemeClr val="lt1"/>
        </a:solidFill>
      </p:bgPr>
    </p:bg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4" name="Google Shape;594;p26"/>
          <p:cNvGrpSpPr/>
          <p:nvPr/>
        </p:nvGrpSpPr>
        <p:grpSpPr>
          <a:xfrm>
            <a:off x="7704171" y="1036593"/>
            <a:ext cx="1439893" cy="3234395"/>
            <a:chOff x="461225" y="3249175"/>
            <a:chExt cx="1110600" cy="2221578"/>
          </a:xfrm>
        </p:grpSpPr>
        <p:grpSp>
          <p:nvGrpSpPr>
            <p:cNvPr id="595" name="Google Shape;595;p26"/>
            <p:cNvGrpSpPr/>
            <p:nvPr/>
          </p:nvGrpSpPr>
          <p:grpSpPr>
            <a:xfrm>
              <a:off x="831422" y="3249175"/>
              <a:ext cx="740403" cy="2221578"/>
              <a:chOff x="831422" y="3249175"/>
              <a:chExt cx="740403" cy="2221578"/>
            </a:xfrm>
          </p:grpSpPr>
          <p:sp>
            <p:nvSpPr>
              <p:cNvPr id="596" name="Google Shape;596;p26"/>
              <p:cNvSpPr/>
              <p:nvPr/>
            </p:nvSpPr>
            <p:spPr>
              <a:xfrm>
                <a:off x="831422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597" name="Google Shape;597;p26"/>
              <p:cNvSpPr/>
              <p:nvPr/>
            </p:nvSpPr>
            <p:spPr>
              <a:xfrm>
                <a:off x="1201622" y="510055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598" name="Google Shape;598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599" name="Google Shape;599;p26"/>
            <p:cNvGrpSpPr/>
            <p:nvPr/>
          </p:nvGrpSpPr>
          <p:grpSpPr>
            <a:xfrm>
              <a:off x="461225" y="3619500"/>
              <a:ext cx="1110600" cy="370200"/>
              <a:chOff x="461225" y="3249175"/>
              <a:chExt cx="1110600" cy="370200"/>
            </a:xfrm>
          </p:grpSpPr>
          <p:sp>
            <p:nvSpPr>
              <p:cNvPr id="600" name="Google Shape;600;p26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1" name="Google Shape;601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2" name="Google Shape;602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03" name="Google Shape;603;p26"/>
            <p:cNvGrpSpPr/>
            <p:nvPr/>
          </p:nvGrpSpPr>
          <p:grpSpPr>
            <a:xfrm>
              <a:off x="461225" y="3989700"/>
              <a:ext cx="1110600" cy="1110726"/>
              <a:chOff x="461225" y="3249175"/>
              <a:chExt cx="1110600" cy="1110726"/>
            </a:xfrm>
          </p:grpSpPr>
          <p:sp>
            <p:nvSpPr>
              <p:cNvPr id="604" name="Google Shape;604;p26"/>
              <p:cNvSpPr/>
              <p:nvPr/>
            </p:nvSpPr>
            <p:spPr>
              <a:xfrm>
                <a:off x="461225" y="3989701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5" name="Google Shape;605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6" name="Google Shape;606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07" name="Google Shape;607;p26"/>
            <p:cNvGrpSpPr/>
            <p:nvPr/>
          </p:nvGrpSpPr>
          <p:grpSpPr>
            <a:xfrm>
              <a:off x="831422" y="4360025"/>
              <a:ext cx="370203" cy="740520"/>
              <a:chOff x="831422" y="3249175"/>
              <a:chExt cx="370203" cy="740520"/>
            </a:xfrm>
          </p:grpSpPr>
          <p:sp>
            <p:nvSpPr>
              <p:cNvPr id="608" name="Google Shape;608;p26"/>
              <p:cNvSpPr/>
              <p:nvPr/>
            </p:nvSpPr>
            <p:spPr>
              <a:xfrm>
                <a:off x="831422" y="361949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9" name="Google Shape;609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</p:grpSp>
      <p:sp>
        <p:nvSpPr>
          <p:cNvPr id="610" name="Google Shape;610;p26"/>
          <p:cNvSpPr/>
          <p:nvPr/>
        </p:nvSpPr>
        <p:spPr>
          <a:xfrm>
            <a:off x="7394250" y="-8100"/>
            <a:ext cx="1759750" cy="2691775"/>
          </a:xfrm>
          <a:custGeom>
            <a:rect b="b" l="l" r="r" t="t"/>
            <a:pathLst>
              <a:path extrusionOk="0" h="107671" w="70390">
                <a:moveTo>
                  <a:pt x="0" y="95"/>
                </a:moveTo>
                <a:lnTo>
                  <a:pt x="70390" y="0"/>
                </a:lnTo>
                <a:lnTo>
                  <a:pt x="70200" y="10767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sp>
        <p:nvSpPr>
          <p:cNvPr id="611" name="Google Shape;611;p26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12" name="Google Shape;612;p26"/>
          <p:cNvSpPr txBox="1"/>
          <p:nvPr>
            <p:ph idx="2" type="title"/>
          </p:nvPr>
        </p:nvSpPr>
        <p:spPr>
          <a:xfrm>
            <a:off x="115025" y="502775"/>
            <a:ext cx="6055500" cy="8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3" name="Google Shape;613;p26"/>
          <p:cNvSpPr txBox="1"/>
          <p:nvPr>
            <p:ph idx="3" type="title"/>
          </p:nvPr>
        </p:nvSpPr>
        <p:spPr>
          <a:xfrm>
            <a:off x="115025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614" name="Google Shape;614;p26"/>
          <p:cNvSpPr txBox="1"/>
          <p:nvPr>
            <p:ph idx="4" type="title"/>
          </p:nvPr>
        </p:nvSpPr>
        <p:spPr>
          <a:xfrm>
            <a:off x="2634200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615" name="Google Shape;615;p26"/>
          <p:cNvSpPr txBox="1"/>
          <p:nvPr>
            <p:ph idx="5" type="title"/>
          </p:nvPr>
        </p:nvSpPr>
        <p:spPr>
          <a:xfrm>
            <a:off x="5169188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616" name="Google Shape;616;p26"/>
          <p:cNvSpPr txBox="1"/>
          <p:nvPr>
            <p:ph idx="1" type="body"/>
          </p:nvPr>
        </p:nvSpPr>
        <p:spPr>
          <a:xfrm>
            <a:off x="115025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17" name="Google Shape;617;p26"/>
          <p:cNvSpPr txBox="1"/>
          <p:nvPr>
            <p:ph idx="6" type="body"/>
          </p:nvPr>
        </p:nvSpPr>
        <p:spPr>
          <a:xfrm>
            <a:off x="115025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18" name="Google Shape;618;p26"/>
          <p:cNvSpPr txBox="1"/>
          <p:nvPr>
            <p:ph idx="7" type="body"/>
          </p:nvPr>
        </p:nvSpPr>
        <p:spPr>
          <a:xfrm>
            <a:off x="2634200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19" name="Google Shape;619;p26"/>
          <p:cNvSpPr txBox="1"/>
          <p:nvPr>
            <p:ph idx="8" type="body"/>
          </p:nvPr>
        </p:nvSpPr>
        <p:spPr>
          <a:xfrm>
            <a:off x="2634200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20" name="Google Shape;620;p26"/>
          <p:cNvSpPr txBox="1"/>
          <p:nvPr>
            <p:ph idx="9" type="body"/>
          </p:nvPr>
        </p:nvSpPr>
        <p:spPr>
          <a:xfrm>
            <a:off x="5169188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21" name="Google Shape;621;p26"/>
          <p:cNvSpPr txBox="1"/>
          <p:nvPr>
            <p:ph idx="13" type="body"/>
          </p:nvPr>
        </p:nvSpPr>
        <p:spPr>
          <a:xfrm>
            <a:off x="5169188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22" name="Google Shape;622;p26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>
          <p15:clr>
            <a:srgbClr val="E46962"/>
          </p15:clr>
        </p15:guide>
        <p15:guide id="2" pos="5760">
          <p15:clr>
            <a:srgbClr val="E46962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Alt 1">
  <p:cSld name="BLANK_1_1_1_1_1_1_1_1_1_1_1_1_1_1_1">
    <p:bg>
      <p:bgPr>
        <a:solidFill>
          <a:schemeClr val="lt1"/>
        </a:solidFill>
      </p:bgPr>
    </p:bg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4" name="Google Shape;624;p27"/>
          <p:cNvGrpSpPr/>
          <p:nvPr/>
        </p:nvGrpSpPr>
        <p:grpSpPr>
          <a:xfrm>
            <a:off x="0" y="506850"/>
            <a:ext cx="930250" cy="2593175"/>
            <a:chOff x="0" y="506850"/>
            <a:chExt cx="930250" cy="2593175"/>
          </a:xfrm>
        </p:grpSpPr>
        <p:grpSp>
          <p:nvGrpSpPr>
            <p:cNvPr id="625" name="Google Shape;625;p27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626" name="Google Shape;626;p27"/>
              <p:cNvGrpSpPr/>
              <p:nvPr/>
            </p:nvGrpSpPr>
            <p:grpSpPr>
              <a:xfrm>
                <a:off x="1233650" y="2793625"/>
                <a:ext cx="560050" cy="1851250"/>
                <a:chOff x="1381975" y="3249175"/>
                <a:chExt cx="560050" cy="1851250"/>
              </a:xfrm>
            </p:grpSpPr>
            <p:sp>
              <p:nvSpPr>
                <p:cNvPr id="627" name="Google Shape;627;p2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28" name="Google Shape;628;p27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629" name="Google Shape;629;p27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630" name="Google Shape;630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31" name="Google Shape;631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32" name="Google Shape;632;p27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633" name="Google Shape;633;p27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634" name="Google Shape;634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35" name="Google Shape;635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636" name="Google Shape;636;p27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637" name="Google Shape;637;p27"/>
            <p:cNvSpPr/>
            <p:nvPr/>
          </p:nvSpPr>
          <p:spPr>
            <a:xfrm>
              <a:off x="183800" y="50685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38" name="Google Shape;638;p27"/>
          <p:cNvSpPr txBox="1"/>
          <p:nvPr>
            <p:ph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39" name="Google Shape;639;p27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0" name="Google Shape;640;p27"/>
          <p:cNvSpPr txBox="1"/>
          <p:nvPr>
            <p:ph idx="2" type="subTitle"/>
          </p:nvPr>
        </p:nvSpPr>
        <p:spPr>
          <a:xfrm>
            <a:off x="2942250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1" name="Google Shape;641;p27"/>
          <p:cNvSpPr txBox="1"/>
          <p:nvPr>
            <p:ph idx="3" type="subTitle"/>
          </p:nvPr>
        </p:nvSpPr>
        <p:spPr>
          <a:xfrm>
            <a:off x="1078950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42" name="Google Shape;642;p27"/>
          <p:cNvSpPr txBox="1"/>
          <p:nvPr>
            <p:ph idx="4" type="subTitle"/>
          </p:nvPr>
        </p:nvSpPr>
        <p:spPr>
          <a:xfrm>
            <a:off x="4798644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3" name="Google Shape;643;p27"/>
          <p:cNvSpPr txBox="1"/>
          <p:nvPr>
            <p:ph idx="5" type="subTitle"/>
          </p:nvPr>
        </p:nvSpPr>
        <p:spPr>
          <a:xfrm>
            <a:off x="2942257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44" name="Google Shape;644;p27"/>
          <p:cNvSpPr txBox="1"/>
          <p:nvPr>
            <p:ph idx="6" type="subTitle"/>
          </p:nvPr>
        </p:nvSpPr>
        <p:spPr>
          <a:xfrm>
            <a:off x="6671581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5" name="Google Shape;645;p27"/>
          <p:cNvSpPr txBox="1"/>
          <p:nvPr>
            <p:ph idx="7" type="subTitle"/>
          </p:nvPr>
        </p:nvSpPr>
        <p:spPr>
          <a:xfrm>
            <a:off x="4798647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646" name="Google Shape;646;p27"/>
          <p:cNvGrpSpPr/>
          <p:nvPr/>
        </p:nvGrpSpPr>
        <p:grpSpPr>
          <a:xfrm rot="5400000">
            <a:off x="7381575" y="-838700"/>
            <a:ext cx="930250" cy="2591775"/>
            <a:chOff x="0" y="508250"/>
            <a:chExt cx="930250" cy="2591775"/>
          </a:xfrm>
        </p:grpSpPr>
        <p:grpSp>
          <p:nvGrpSpPr>
            <p:cNvPr id="647" name="Google Shape;647;p27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648" name="Google Shape;648;p27"/>
              <p:cNvGrpSpPr/>
              <p:nvPr/>
            </p:nvGrpSpPr>
            <p:grpSpPr>
              <a:xfrm>
                <a:off x="1233650" y="2793625"/>
                <a:ext cx="930250" cy="1851250"/>
                <a:chOff x="1381975" y="3249175"/>
                <a:chExt cx="930250" cy="1851250"/>
              </a:xfrm>
            </p:grpSpPr>
            <p:grpSp>
              <p:nvGrpSpPr>
                <p:cNvPr id="649" name="Google Shape;649;p27"/>
                <p:cNvGrpSpPr/>
                <p:nvPr/>
              </p:nvGrpSpPr>
              <p:grpSpPr>
                <a:xfrm>
                  <a:off x="1571825" y="3249175"/>
                  <a:ext cx="740400" cy="370200"/>
                  <a:chOff x="1571825" y="3249175"/>
                  <a:chExt cx="740400" cy="370200"/>
                </a:xfrm>
              </p:grpSpPr>
              <p:sp>
                <p:nvSpPr>
                  <p:cNvPr id="650" name="Google Shape;650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1" name="Google Shape;651;p27"/>
                  <p:cNvSpPr/>
                  <p:nvPr/>
                </p:nvSpPr>
                <p:spPr>
                  <a:xfrm>
                    <a:off x="19420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sp>
              <p:nvSpPr>
                <p:cNvPr id="652" name="Google Shape;652;p27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653" name="Google Shape;653;p27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654" name="Google Shape;654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5" name="Google Shape;655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6" name="Google Shape;656;p27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657" name="Google Shape;657;p27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658" name="Google Shape;658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9" name="Google Shape;659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660" name="Google Shape;660;p27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661" name="Google Shape;661;p27"/>
            <p:cNvSpPr/>
            <p:nvPr/>
          </p:nvSpPr>
          <p:spPr>
            <a:xfrm>
              <a:off x="189850" y="50825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62" name="Google Shape;662;p27"/>
          <p:cNvSpPr txBox="1"/>
          <p:nvPr>
            <p:ph idx="8" type="subTitle"/>
          </p:nvPr>
        </p:nvSpPr>
        <p:spPr>
          <a:xfrm>
            <a:off x="6671579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63" name="Google Shape;663;p27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cxnSp>
        <p:nvCxnSpPr>
          <p:cNvPr id="664" name="Google Shape;664;p27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65" name="Google Shape;665;p27"/>
          <p:cNvSpPr/>
          <p:nvPr/>
        </p:nvSpPr>
        <p:spPr>
          <a:xfrm rot="5400000">
            <a:off x="8773788" y="922313"/>
            <a:ext cx="370200" cy="3702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66" name="Google Shape;666;p27"/>
          <p:cNvSpPr/>
          <p:nvPr/>
        </p:nvSpPr>
        <p:spPr>
          <a:xfrm rot="5400000">
            <a:off x="8773788" y="1292513"/>
            <a:ext cx="370200" cy="3702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67" name="Google Shape;667;p27"/>
          <p:cNvSpPr txBox="1"/>
          <p:nvPr>
            <p:ph idx="13" type="subTitle"/>
          </p:nvPr>
        </p:nvSpPr>
        <p:spPr>
          <a:xfrm>
            <a:off x="1078938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68" name="Google Shape;668;p27"/>
          <p:cNvSpPr txBox="1"/>
          <p:nvPr>
            <p:ph idx="14" type="title"/>
          </p:nvPr>
        </p:nvSpPr>
        <p:spPr>
          <a:xfrm>
            <a:off x="348450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69" name="Google Shape;669;p27"/>
          <p:cNvSpPr txBox="1"/>
          <p:nvPr>
            <p:ph idx="15" type="title"/>
          </p:nvPr>
        </p:nvSpPr>
        <p:spPr>
          <a:xfrm>
            <a:off x="720420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b="1" sz="1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0" name="Google Shape;670;p27"/>
          <p:cNvSpPr txBox="1"/>
          <p:nvPr>
            <p:ph idx="16" type="title"/>
          </p:nvPr>
        </p:nvSpPr>
        <p:spPr>
          <a:xfrm>
            <a:off x="534435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71" name="Google Shape;671;p27"/>
          <p:cNvSpPr txBox="1"/>
          <p:nvPr>
            <p:ph idx="17" type="title"/>
          </p:nvPr>
        </p:nvSpPr>
        <p:spPr>
          <a:xfrm>
            <a:off x="162465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72" name="Google Shape;672;p27"/>
          <p:cNvSpPr txBox="1"/>
          <p:nvPr>
            <p:ph idx="1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175">
          <p15:clr>
            <a:srgbClr val="E46962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2">
  <p:cSld name="BLANK_1_1_1_1_1_1_1_1_1_1_1_1_1_1_1_2">
    <p:bg>
      <p:bgPr>
        <a:solidFill>
          <a:schemeClr val="lt1"/>
        </a:solidFill>
      </p:bgPr>
    </p:bg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28"/>
          <p:cNvSpPr txBox="1"/>
          <p:nvPr>
            <p:ph idx="1" type="body"/>
          </p:nvPr>
        </p:nvSpPr>
        <p:spPr>
          <a:xfrm>
            <a:off x="1867950" y="203530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75" name="Google Shape;675;p28"/>
          <p:cNvSpPr txBox="1"/>
          <p:nvPr>
            <p:ph idx="2" type="body"/>
          </p:nvPr>
        </p:nvSpPr>
        <p:spPr>
          <a:xfrm>
            <a:off x="1867950" y="340515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76" name="Google Shape;676;p28"/>
          <p:cNvSpPr txBox="1"/>
          <p:nvPr>
            <p:ph idx="3" type="body"/>
          </p:nvPr>
        </p:nvSpPr>
        <p:spPr>
          <a:xfrm>
            <a:off x="5297575" y="203530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77" name="Google Shape;677;p28"/>
          <p:cNvSpPr txBox="1"/>
          <p:nvPr>
            <p:ph idx="4" type="body"/>
          </p:nvPr>
        </p:nvSpPr>
        <p:spPr>
          <a:xfrm>
            <a:off x="5297575" y="340515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grpSp>
        <p:nvGrpSpPr>
          <p:cNvPr id="678" name="Google Shape;678;p28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679" name="Google Shape;679;p28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680" name="Google Shape;680;p28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1" name="Google Shape;681;p2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682" name="Google Shape;682;p28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683" name="Google Shape;683;p28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4" name="Google Shape;684;p2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5" name="Google Shape;685;p2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6" name="Google Shape;686;p2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687" name="Google Shape;687;p28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688" name="Google Shape;688;p2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9" name="Google Shape;689;p2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0" name="Google Shape;690;p2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691" name="Google Shape;691;p28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692" name="Google Shape;692;p28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3" name="Google Shape;693;p28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4" name="Google Shape;694;p2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5" name="Google Shape;695;p2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6" name="Google Shape;696;p2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697" name="Google Shape;697;p28"/>
          <p:cNvSpPr/>
          <p:nvPr/>
        </p:nvSpPr>
        <p:spPr>
          <a:xfrm flipH="1" rot="10800000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98" name="Google Shape;698;p28"/>
          <p:cNvSpPr/>
          <p:nvPr/>
        </p:nvSpPr>
        <p:spPr>
          <a:xfrm flipH="1" rot="10800000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99" name="Google Shape;699;p28"/>
          <p:cNvSpPr/>
          <p:nvPr/>
        </p:nvSpPr>
        <p:spPr>
          <a:xfrm flipH="1" rot="10800000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00" name="Google Shape;700;p28"/>
          <p:cNvSpPr/>
          <p:nvPr/>
        </p:nvSpPr>
        <p:spPr>
          <a:xfrm flipH="1" rot="10800000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01" name="Google Shape;701;p28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02" name="Google Shape;702;p28"/>
          <p:cNvSpPr txBox="1"/>
          <p:nvPr>
            <p:ph idx="5"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03" name="Google Shape;703;p28"/>
          <p:cNvSpPr txBox="1"/>
          <p:nvPr>
            <p:ph idx="6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704" name="Google Shape;704;p28"/>
          <p:cNvSpPr txBox="1"/>
          <p:nvPr>
            <p:ph idx="7" type="subTitle"/>
          </p:nvPr>
        </p:nvSpPr>
        <p:spPr>
          <a:xfrm>
            <a:off x="1867950" y="169227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5" name="Google Shape;705;p28"/>
          <p:cNvSpPr txBox="1"/>
          <p:nvPr>
            <p:ph idx="8" type="subTitle"/>
          </p:nvPr>
        </p:nvSpPr>
        <p:spPr>
          <a:xfrm>
            <a:off x="1867950" y="306212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6" name="Google Shape;706;p28"/>
          <p:cNvSpPr txBox="1"/>
          <p:nvPr>
            <p:ph idx="9" type="subTitle"/>
          </p:nvPr>
        </p:nvSpPr>
        <p:spPr>
          <a:xfrm>
            <a:off x="5297575" y="169227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7" name="Google Shape;707;p28"/>
          <p:cNvSpPr txBox="1"/>
          <p:nvPr>
            <p:ph idx="13" type="subTitle"/>
          </p:nvPr>
        </p:nvSpPr>
        <p:spPr>
          <a:xfrm>
            <a:off x="5297575" y="306212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8" name="Google Shape;708;p28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11">
          <p15:clr>
            <a:srgbClr val="E46962"/>
          </p15:clr>
        </p15:guide>
        <p15:guide id="2" pos="3407">
          <p15:clr>
            <a:srgbClr val="E46962"/>
          </p15:clr>
        </p15:guide>
        <p15:guide id="3" pos="2262">
          <p15:clr>
            <a:srgbClr val="E46962"/>
          </p15:clr>
        </p15:guide>
        <p15:guide id="4" orient="horz" pos="1006">
          <p15:clr>
            <a:srgbClr val="E46962"/>
          </p15:clr>
        </p15:guide>
        <p15:guide id="5" pos="1175">
          <p15:clr>
            <a:srgbClr val="E46962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3">
  <p:cSld name="BLANK_1_1_1_1_1_1_1_1_1_1_1_1_1_1_1_2_1">
    <p:bg>
      <p:bgPr>
        <a:solidFill>
          <a:schemeClr val="lt1"/>
        </a:solidFill>
      </p:bgPr>
    </p:bg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29"/>
          <p:cNvSpPr txBox="1"/>
          <p:nvPr>
            <p:ph type="title"/>
          </p:nvPr>
        </p:nvSpPr>
        <p:spPr>
          <a:xfrm>
            <a:off x="104850" y="2155850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1" name="Google Shape;711;p29"/>
          <p:cNvSpPr txBox="1"/>
          <p:nvPr>
            <p:ph idx="2" type="title"/>
          </p:nvPr>
        </p:nvSpPr>
        <p:spPr>
          <a:xfrm>
            <a:off x="1932925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2" name="Google Shape;712;p29"/>
          <p:cNvSpPr txBox="1"/>
          <p:nvPr>
            <p:ph idx="3" type="title"/>
          </p:nvPr>
        </p:nvSpPr>
        <p:spPr>
          <a:xfrm>
            <a:off x="3761000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3" name="Google Shape;713;p29"/>
          <p:cNvSpPr txBox="1"/>
          <p:nvPr>
            <p:ph idx="4" type="title"/>
          </p:nvPr>
        </p:nvSpPr>
        <p:spPr>
          <a:xfrm>
            <a:off x="5607150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4" name="Google Shape;714;p29"/>
          <p:cNvSpPr txBox="1"/>
          <p:nvPr>
            <p:ph idx="5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15" name="Google Shape;715;p29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cxnSp>
        <p:nvCxnSpPr>
          <p:cNvPr id="716" name="Google Shape;716;p29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17" name="Google Shape;717;p29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718" name="Google Shape;718;p29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719" name="Google Shape;719;p29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0" name="Google Shape;720;p29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21" name="Google Shape;721;p29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722" name="Google Shape;722;p29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3" name="Google Shape;723;p29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4" name="Google Shape;724;p2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5" name="Google Shape;725;p29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26" name="Google Shape;726;p29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727" name="Google Shape;727;p29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8" name="Google Shape;728;p2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9" name="Google Shape;729;p29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30" name="Google Shape;730;p29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731" name="Google Shape;731;p29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2" name="Google Shape;732;p29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3" name="Google Shape;733;p2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4" name="Google Shape;734;p29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5" name="Google Shape;735;p29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736" name="Google Shape;736;p29"/>
          <p:cNvSpPr/>
          <p:nvPr/>
        </p:nvSpPr>
        <p:spPr>
          <a:xfrm flipH="1" rot="10800000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37" name="Google Shape;737;p29"/>
          <p:cNvSpPr/>
          <p:nvPr/>
        </p:nvSpPr>
        <p:spPr>
          <a:xfrm flipH="1" rot="10800000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38" name="Google Shape;738;p29"/>
          <p:cNvSpPr/>
          <p:nvPr/>
        </p:nvSpPr>
        <p:spPr>
          <a:xfrm flipH="1" rot="10800000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39" name="Google Shape;739;p29"/>
          <p:cNvSpPr/>
          <p:nvPr/>
        </p:nvSpPr>
        <p:spPr>
          <a:xfrm flipH="1" rot="10800000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40" name="Google Shape;740;p29"/>
          <p:cNvSpPr txBox="1"/>
          <p:nvPr>
            <p:ph idx="6" type="body"/>
          </p:nvPr>
        </p:nvSpPr>
        <p:spPr>
          <a:xfrm>
            <a:off x="10490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1" name="Google Shape;741;p29"/>
          <p:cNvSpPr txBox="1"/>
          <p:nvPr>
            <p:ph idx="7" type="body"/>
          </p:nvPr>
        </p:nvSpPr>
        <p:spPr>
          <a:xfrm>
            <a:off x="1932925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2" name="Google Shape;742;p29"/>
          <p:cNvSpPr txBox="1"/>
          <p:nvPr>
            <p:ph idx="8" type="body"/>
          </p:nvPr>
        </p:nvSpPr>
        <p:spPr>
          <a:xfrm>
            <a:off x="376100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3" name="Google Shape;743;p29"/>
          <p:cNvSpPr txBox="1"/>
          <p:nvPr>
            <p:ph idx="9" type="body"/>
          </p:nvPr>
        </p:nvSpPr>
        <p:spPr>
          <a:xfrm>
            <a:off x="560715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4" name="Google Shape;744;p29"/>
          <p:cNvSpPr txBox="1"/>
          <p:nvPr>
            <p:ph idx="13" type="title"/>
          </p:nvPr>
        </p:nvSpPr>
        <p:spPr>
          <a:xfrm>
            <a:off x="239975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5" name="Google Shape;745;p29"/>
          <p:cNvSpPr txBox="1"/>
          <p:nvPr>
            <p:ph idx="14" type="title"/>
          </p:nvPr>
        </p:nvSpPr>
        <p:spPr>
          <a:xfrm>
            <a:off x="2009500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6" name="Google Shape;746;p29"/>
          <p:cNvSpPr txBox="1"/>
          <p:nvPr>
            <p:ph idx="15" type="title"/>
          </p:nvPr>
        </p:nvSpPr>
        <p:spPr>
          <a:xfrm>
            <a:off x="3895425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7" name="Google Shape;747;p29"/>
          <p:cNvSpPr txBox="1"/>
          <p:nvPr>
            <p:ph idx="16" type="title"/>
          </p:nvPr>
        </p:nvSpPr>
        <p:spPr>
          <a:xfrm>
            <a:off x="5704700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8" name="Google Shape;748;p29"/>
          <p:cNvSpPr txBox="1"/>
          <p:nvPr>
            <p:ph idx="17" type="title"/>
          </p:nvPr>
        </p:nvSpPr>
        <p:spPr>
          <a:xfrm>
            <a:off x="38100" y="319650"/>
            <a:ext cx="18279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49" name="Google Shape;749;p29"/>
          <p:cNvSpPr txBox="1"/>
          <p:nvPr>
            <p:ph idx="1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11">
          <p15:clr>
            <a:srgbClr val="E46962"/>
          </p15:clr>
        </p15:guide>
        <p15:guide id="2" pos="3431">
          <p15:clr>
            <a:srgbClr val="E46962"/>
          </p15:clr>
        </p15:guide>
        <p15:guide id="3" pos="2262">
          <p15:clr>
            <a:srgbClr val="E46962"/>
          </p15:clr>
        </p15:guide>
        <p15:guide id="4" pos="1173">
          <p15:clr>
            <a:srgbClr val="E46962"/>
          </p15:clr>
        </p15:guide>
        <p15:guide id="5" pos="1408">
          <p15:clr>
            <a:srgbClr val="E46962"/>
          </p15:clr>
        </p15:guide>
        <p15:guide id="6" pos="1175">
          <p15:clr>
            <a:srgbClr val="E46962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images with caption">
  <p:cSld name="BLANK_1_1_1_1_1_1_1_1_1_1_1_1_1_1_1_1_1_1_2">
    <p:bg>
      <p:bgPr>
        <a:solidFill>
          <a:schemeClr val="lt1"/>
        </a:solidFill>
      </p:bgPr>
    </p:bg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30"/>
          <p:cNvSpPr txBox="1"/>
          <p:nvPr>
            <p:ph type="title"/>
          </p:nvPr>
        </p:nvSpPr>
        <p:spPr>
          <a:xfrm>
            <a:off x="38100" y="397750"/>
            <a:ext cx="19482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752" name="Google Shape;752;p30"/>
          <p:cNvGrpSpPr/>
          <p:nvPr/>
        </p:nvGrpSpPr>
        <p:grpSpPr>
          <a:xfrm rot="10800000">
            <a:off x="5657179" y="-1"/>
            <a:ext cx="3486840" cy="2906092"/>
            <a:chOff x="312900" y="2793625"/>
            <a:chExt cx="2221200" cy="1851250"/>
          </a:xfrm>
        </p:grpSpPr>
        <p:grpSp>
          <p:nvGrpSpPr>
            <p:cNvPr id="753" name="Google Shape;753;p30"/>
            <p:cNvGrpSpPr/>
            <p:nvPr/>
          </p:nvGrpSpPr>
          <p:grpSpPr>
            <a:xfrm>
              <a:off x="312900" y="2793625"/>
              <a:ext cx="1851000" cy="1851250"/>
              <a:chOff x="461225" y="3249175"/>
              <a:chExt cx="1851000" cy="1851250"/>
            </a:xfrm>
          </p:grpSpPr>
          <p:grpSp>
            <p:nvGrpSpPr>
              <p:cNvPr id="754" name="Google Shape;754;p30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755" name="Google Shape;755;p30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6" name="Google Shape;756;p30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7" name="Google Shape;757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8" name="Google Shape;758;p30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59" name="Google Shape;759;p30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760" name="Google Shape;760;p30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1" name="Google Shape;761;p30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2" name="Google Shape;762;p30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3" name="Google Shape;763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4" name="Google Shape;764;p30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65" name="Google Shape;765;p30"/>
              <p:cNvGrpSpPr/>
              <p:nvPr/>
            </p:nvGrpSpPr>
            <p:grpSpPr>
              <a:xfrm>
                <a:off x="461225" y="3989700"/>
                <a:ext cx="1480800" cy="1110725"/>
                <a:chOff x="461225" y="3249175"/>
                <a:chExt cx="1480800" cy="1110725"/>
              </a:xfrm>
            </p:grpSpPr>
            <p:sp>
              <p:nvSpPr>
                <p:cNvPr id="766" name="Google Shape;766;p30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7" name="Google Shape;767;p30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8" name="Google Shape;768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9" name="Google Shape;769;p30"/>
                <p:cNvSpPr/>
                <p:nvPr/>
              </p:nvSpPr>
              <p:spPr>
                <a:xfrm>
                  <a:off x="1201625" y="3989700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70" name="Google Shape;770;p30"/>
              <p:cNvGrpSpPr/>
              <p:nvPr/>
            </p:nvGrpSpPr>
            <p:grpSpPr>
              <a:xfrm>
                <a:off x="831425" y="4360025"/>
                <a:ext cx="1480800" cy="370200"/>
                <a:chOff x="831425" y="3249175"/>
                <a:chExt cx="1480800" cy="370200"/>
              </a:xfrm>
            </p:grpSpPr>
            <p:sp>
              <p:nvSpPr>
                <p:cNvPr id="771" name="Google Shape;771;p30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72" name="Google Shape;772;p30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73" name="Google Shape;773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74" name="Google Shape;774;p30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775" name="Google Shape;775;p30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776" name="Google Shape;776;p30"/>
          <p:cNvSpPr/>
          <p:nvPr>
            <p:ph idx="2" type="pic"/>
          </p:nvPr>
        </p:nvSpPr>
        <p:spPr>
          <a:xfrm>
            <a:off x="1200750" y="98473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77" name="Google Shape;777;p30"/>
          <p:cNvSpPr/>
          <p:nvPr>
            <p:ph idx="3" type="pic"/>
          </p:nvPr>
        </p:nvSpPr>
        <p:spPr>
          <a:xfrm>
            <a:off x="3747300" y="92198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78" name="Google Shape;778;p30"/>
          <p:cNvSpPr/>
          <p:nvPr>
            <p:ph idx="4" type="pic"/>
          </p:nvPr>
        </p:nvSpPr>
        <p:spPr>
          <a:xfrm>
            <a:off x="6080650" y="94143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79" name="Google Shape;779;p30"/>
          <p:cNvSpPr txBox="1"/>
          <p:nvPr>
            <p:ph idx="1" type="subTitle"/>
          </p:nvPr>
        </p:nvSpPr>
        <p:spPr>
          <a:xfrm>
            <a:off x="94775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0" name="Google Shape;780;p30"/>
          <p:cNvSpPr txBox="1"/>
          <p:nvPr>
            <p:ph idx="5" type="title"/>
          </p:nvPr>
        </p:nvSpPr>
        <p:spPr>
          <a:xfrm>
            <a:off x="111185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1" name="Google Shape;781;p30"/>
          <p:cNvSpPr txBox="1"/>
          <p:nvPr>
            <p:ph idx="6" type="subTitle"/>
          </p:nvPr>
        </p:nvSpPr>
        <p:spPr>
          <a:xfrm>
            <a:off x="352860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2" name="Google Shape;782;p30"/>
          <p:cNvSpPr txBox="1"/>
          <p:nvPr>
            <p:ph idx="7" type="title"/>
          </p:nvPr>
        </p:nvSpPr>
        <p:spPr>
          <a:xfrm>
            <a:off x="369270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3" name="Google Shape;783;p30"/>
          <p:cNvSpPr txBox="1"/>
          <p:nvPr>
            <p:ph idx="8" type="subTitle"/>
          </p:nvPr>
        </p:nvSpPr>
        <p:spPr>
          <a:xfrm>
            <a:off x="586195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4" name="Google Shape;784;p30"/>
          <p:cNvSpPr txBox="1"/>
          <p:nvPr>
            <p:ph idx="9" type="title"/>
          </p:nvPr>
        </p:nvSpPr>
        <p:spPr>
          <a:xfrm>
            <a:off x="602605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5" name="Google Shape;785;p30"/>
          <p:cNvSpPr txBox="1"/>
          <p:nvPr>
            <p:ph idx="13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86" name="Google Shape;786;p30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3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789" name="Google Shape;789;p3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3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94" name="Google Shape;794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97" name="Google Shape;797;p3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798" name="Google Shape;798;p3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3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03" name="Google Shape;803;p3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3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3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08" name="Google Shape;808;p3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09" name="Google Shape;809;p3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39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41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15" name="Google Shape;815;p41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6" name="Google Shape;816;p41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7" name="Google Shape;817;p41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8" name="Google Shape;818;p41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9" name="Google Shape;819;p41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20" name="Google Shape;820;p41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23" name="Google Shape;823;p42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24" name="Google Shape;824;p42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43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27" name="Google Shape;827;p43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28" name="Google Shape;828;p43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29" name="Google Shape;829;p43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0" name="Google Shape;830;p43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44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33" name="Google Shape;833;p44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34" name="Google Shape;834;p44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35" name="Google Shape;835;p44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6" name="Google Shape;836;p44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7" name="Google Shape;837;p44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8" name="Google Shape;838;p44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45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1" name="Google Shape;841;p45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2" name="Google Shape;842;p45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3" name="Google Shape;843;p45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4" name="Google Shape;844;p45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45" name="Google Shape;845;p45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6" name="Google Shape;846;p45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7" name="Google Shape;847;p45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8" name="Google Shape;848;p45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51" name="Google Shape;851;p46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47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54" name="Google Shape;854;p47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855" name="Google Shape;855;p47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856" name="Google Shape;856;p47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57" name="Google Shape;857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58" name="Google Shape;858;p47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59" name="Google Shape;859;p47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48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62" name="Google Shape;862;p48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63" name="Google Shape;863;p48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64" name="Google Shape;864;p48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65" name="Google Shape;865;p48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66" name="Google Shape;866;p48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67" name="Google Shape;867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68" name="Google Shape;868;p48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69" name="Google Shape;869;p48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70" name="Google Shape;870;p48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49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50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5" name="Google Shape;875;p50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6" name="Google Shape;876;p50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7" name="Google Shape;877;p50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8" name="Google Shape;878;p50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9" name="Google Shape;879;p50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80" name="Google Shape;880;p50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81" name="Google Shape;881;p50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82" name="Google Shape;882;p50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83" name="Google Shape;883;p50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0" Type="http://schemas.openxmlformats.org/officeDocument/2006/relationships/theme" Target="../theme/theme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402800" y="197225"/>
            <a:ext cx="6537900" cy="12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IBM Plex Sans"/>
              <a:buNone/>
              <a:defRPr sz="30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2" type="body"/>
          </p:nvPr>
        </p:nvSpPr>
        <p:spPr>
          <a:xfrm>
            <a:off x="3439325" y="1502775"/>
            <a:ext cx="5344800" cy="24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Relationship Id="rId4" Type="http://schemas.openxmlformats.org/officeDocument/2006/relationships/image" Target="../media/image1.jpg"/><Relationship Id="rId5" Type="http://schemas.openxmlformats.org/officeDocument/2006/relationships/image" Target="../media/image6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jpg"/><Relationship Id="rId4" Type="http://schemas.openxmlformats.org/officeDocument/2006/relationships/image" Target="../media/image1.jpg"/><Relationship Id="rId5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jpg"/><Relationship Id="rId4" Type="http://schemas.openxmlformats.org/officeDocument/2006/relationships/image" Target="../media/image6.jpg"/><Relationship Id="rId5" Type="http://schemas.openxmlformats.org/officeDocument/2006/relationships/image" Target="../media/image2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51"/>
          <p:cNvSpPr txBox="1"/>
          <p:nvPr>
            <p:ph idx="2" type="subTitle"/>
          </p:nvPr>
        </p:nvSpPr>
        <p:spPr>
          <a:xfrm>
            <a:off x="138475" y="228600"/>
            <a:ext cx="21645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"/>
                <a:ea typeface="Sora"/>
                <a:cs typeface="Sora"/>
                <a:sym typeface="Sora"/>
              </a:rPr>
              <a:t>Company </a:t>
            </a:r>
            <a:r>
              <a:rPr lang="en">
                <a:latin typeface="Sora"/>
                <a:ea typeface="Sora"/>
                <a:cs typeface="Sora"/>
                <a:sym typeface="Sora"/>
              </a:rPr>
              <a:t>N</a:t>
            </a:r>
            <a:r>
              <a:rPr lang="en">
                <a:latin typeface="Sora"/>
                <a:ea typeface="Sora"/>
                <a:cs typeface="Sora"/>
                <a:sym typeface="Sora"/>
              </a:rPr>
              <a:t>ame</a:t>
            </a:r>
            <a:endParaRPr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"/>
                <a:ea typeface="Sora"/>
                <a:cs typeface="Sora"/>
                <a:sym typeface="Sora"/>
              </a:rPr>
              <a:t>Year /</a:t>
            </a:r>
            <a:r>
              <a:rPr lang="en">
                <a:latin typeface="Sora"/>
                <a:ea typeface="Sora"/>
                <a:cs typeface="Sora"/>
                <a:sym typeface="Sora"/>
              </a:rPr>
              <a:t> </a:t>
            </a:r>
            <a:r>
              <a:rPr lang="en">
                <a:latin typeface="Sora"/>
                <a:ea typeface="Sora"/>
                <a:cs typeface="Sora"/>
                <a:sym typeface="Sora"/>
              </a:rPr>
              <a:t>Quarter / Month</a:t>
            </a:r>
            <a:endParaRPr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889" name="Google Shape;889;p51"/>
          <p:cNvSpPr txBox="1"/>
          <p:nvPr>
            <p:ph type="title"/>
          </p:nvPr>
        </p:nvSpPr>
        <p:spPr>
          <a:xfrm>
            <a:off x="74600" y="2891050"/>
            <a:ext cx="5876700" cy="144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Project </a:t>
            </a:r>
            <a:r>
              <a:rPr lang="en">
                <a:solidFill>
                  <a:schemeClr val="dk2"/>
                </a:solidFill>
              </a:rPr>
              <a:t>kickoff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presentation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890" name="Google Shape;890;p51"/>
          <p:cNvSpPr txBox="1"/>
          <p:nvPr>
            <p:ph idx="1" type="subTitle"/>
          </p:nvPr>
        </p:nvSpPr>
        <p:spPr>
          <a:xfrm>
            <a:off x="130200" y="4291350"/>
            <a:ext cx="4922100" cy="73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"/>
                <a:ea typeface="Sora"/>
                <a:cs typeface="Sora"/>
                <a:sym typeface="Sora"/>
              </a:rPr>
              <a:t>Use this space for legal copy. Explain if the information is confidential, who can read this deck, etc.</a:t>
            </a:r>
            <a:endParaRPr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52"/>
          <p:cNvSpPr txBox="1"/>
          <p:nvPr>
            <p:ph idx="3" type="title"/>
          </p:nvPr>
        </p:nvSpPr>
        <p:spPr>
          <a:xfrm>
            <a:off x="115025" y="471075"/>
            <a:ext cx="39417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Contents</a:t>
            </a:r>
            <a:endParaRPr/>
          </a:p>
        </p:txBody>
      </p:sp>
      <p:sp>
        <p:nvSpPr>
          <p:cNvPr id="896" name="Google Shape;896;p52"/>
          <p:cNvSpPr txBox="1"/>
          <p:nvPr>
            <p:ph idx="17" type="title"/>
          </p:nvPr>
        </p:nvSpPr>
        <p:spPr>
          <a:xfrm>
            <a:off x="228600" y="4748070"/>
            <a:ext cx="1939200" cy="189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Year/Quarter/Month</a:t>
            </a:r>
            <a:endParaRPr/>
          </a:p>
        </p:txBody>
      </p:sp>
      <p:sp>
        <p:nvSpPr>
          <p:cNvPr id="897" name="Google Shape;897;p52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898" name="Google Shape;898;p52"/>
          <p:cNvSpPr txBox="1"/>
          <p:nvPr>
            <p:ph idx="5" type="subTitle"/>
          </p:nvPr>
        </p:nvSpPr>
        <p:spPr>
          <a:xfrm>
            <a:off x="4482800" y="3195787"/>
            <a:ext cx="1481100" cy="19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/>
              <a:t>5</a:t>
            </a:r>
            <a:r>
              <a:rPr b="0" lang="en"/>
              <a:t>.</a:t>
            </a:r>
            <a:endParaRPr b="0"/>
          </a:p>
        </p:txBody>
      </p:sp>
      <p:sp>
        <p:nvSpPr>
          <p:cNvPr id="899" name="Google Shape;899;p52"/>
          <p:cNvSpPr txBox="1"/>
          <p:nvPr>
            <p:ph idx="6" type="subTitle"/>
          </p:nvPr>
        </p:nvSpPr>
        <p:spPr>
          <a:xfrm>
            <a:off x="4482800" y="2894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section title</a:t>
            </a:r>
            <a:endParaRPr/>
          </a:p>
        </p:txBody>
      </p:sp>
      <p:sp>
        <p:nvSpPr>
          <p:cNvPr id="900" name="Google Shape;900;p52"/>
          <p:cNvSpPr txBox="1"/>
          <p:nvPr>
            <p:ph idx="7" type="subTitle"/>
          </p:nvPr>
        </p:nvSpPr>
        <p:spPr>
          <a:xfrm>
            <a:off x="4482800" y="2662000"/>
            <a:ext cx="1481100" cy="19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/>
              <a:t>4</a:t>
            </a:r>
            <a:r>
              <a:rPr b="0" lang="en"/>
              <a:t>.</a:t>
            </a:r>
            <a:endParaRPr b="0"/>
          </a:p>
        </p:txBody>
      </p:sp>
      <p:sp>
        <p:nvSpPr>
          <p:cNvPr id="901" name="Google Shape;901;p52"/>
          <p:cNvSpPr txBox="1"/>
          <p:nvPr>
            <p:ph idx="8" type="subTitle"/>
          </p:nvPr>
        </p:nvSpPr>
        <p:spPr>
          <a:xfrm>
            <a:off x="4482800" y="2361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section title</a:t>
            </a:r>
            <a:endParaRPr/>
          </a:p>
        </p:txBody>
      </p:sp>
      <p:sp>
        <p:nvSpPr>
          <p:cNvPr id="902" name="Google Shape;902;p52"/>
          <p:cNvSpPr txBox="1"/>
          <p:nvPr>
            <p:ph idx="9" type="subTitle"/>
          </p:nvPr>
        </p:nvSpPr>
        <p:spPr>
          <a:xfrm>
            <a:off x="4482800" y="2129000"/>
            <a:ext cx="1481100" cy="19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/>
              <a:t>3.</a:t>
            </a:r>
            <a:endParaRPr b="0"/>
          </a:p>
        </p:txBody>
      </p:sp>
      <p:sp>
        <p:nvSpPr>
          <p:cNvPr id="903" name="Google Shape;903;p52"/>
          <p:cNvSpPr txBox="1"/>
          <p:nvPr>
            <p:ph idx="13" type="subTitle"/>
          </p:nvPr>
        </p:nvSpPr>
        <p:spPr>
          <a:xfrm>
            <a:off x="4482800" y="1829238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section title</a:t>
            </a:r>
            <a:endParaRPr/>
          </a:p>
        </p:txBody>
      </p:sp>
      <p:sp>
        <p:nvSpPr>
          <p:cNvPr id="904" name="Google Shape;904;p52"/>
          <p:cNvSpPr txBox="1"/>
          <p:nvPr>
            <p:ph idx="14" type="subTitle"/>
          </p:nvPr>
        </p:nvSpPr>
        <p:spPr>
          <a:xfrm>
            <a:off x="4482800" y="1596375"/>
            <a:ext cx="1481100" cy="19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/>
              <a:t>2</a:t>
            </a:r>
            <a:r>
              <a:rPr b="0" lang="en"/>
              <a:t>.</a:t>
            </a:r>
            <a:endParaRPr b="0"/>
          </a:p>
        </p:txBody>
      </p:sp>
      <p:sp>
        <p:nvSpPr>
          <p:cNvPr id="905" name="Google Shape;905;p52"/>
          <p:cNvSpPr txBox="1"/>
          <p:nvPr>
            <p:ph idx="15" type="subTitle"/>
          </p:nvPr>
        </p:nvSpPr>
        <p:spPr>
          <a:xfrm>
            <a:off x="4482800" y="129661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section title</a:t>
            </a:r>
            <a:endParaRPr/>
          </a:p>
        </p:txBody>
      </p:sp>
      <p:sp>
        <p:nvSpPr>
          <p:cNvPr id="906" name="Google Shape;906;p52"/>
          <p:cNvSpPr txBox="1"/>
          <p:nvPr>
            <p:ph idx="16" type="subTitle"/>
          </p:nvPr>
        </p:nvSpPr>
        <p:spPr>
          <a:xfrm>
            <a:off x="4482800" y="1063750"/>
            <a:ext cx="1481100" cy="19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/>
              <a:t>1</a:t>
            </a:r>
            <a:r>
              <a:rPr b="0" lang="en"/>
              <a:t>.</a:t>
            </a:r>
            <a:endParaRPr b="0"/>
          </a:p>
        </p:txBody>
      </p:sp>
      <p:sp>
        <p:nvSpPr>
          <p:cNvPr id="907" name="Google Shape;907;p52"/>
          <p:cNvSpPr txBox="1"/>
          <p:nvPr>
            <p:ph idx="1" type="subTitle"/>
          </p:nvPr>
        </p:nvSpPr>
        <p:spPr>
          <a:xfrm>
            <a:off x="4482800" y="3963975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section title</a:t>
            </a:r>
            <a:endParaRPr/>
          </a:p>
        </p:txBody>
      </p:sp>
      <p:sp>
        <p:nvSpPr>
          <p:cNvPr id="908" name="Google Shape;908;p52"/>
          <p:cNvSpPr txBox="1"/>
          <p:nvPr>
            <p:ph idx="2" type="subTitle"/>
          </p:nvPr>
        </p:nvSpPr>
        <p:spPr>
          <a:xfrm>
            <a:off x="4482800" y="3731112"/>
            <a:ext cx="1481100" cy="19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/>
              <a:t>6.</a:t>
            </a:r>
            <a:endParaRPr b="0"/>
          </a:p>
        </p:txBody>
      </p:sp>
      <p:sp>
        <p:nvSpPr>
          <p:cNvPr id="909" name="Google Shape;909;p52"/>
          <p:cNvSpPr txBox="1"/>
          <p:nvPr>
            <p:ph idx="4" type="subTitle"/>
          </p:nvPr>
        </p:nvSpPr>
        <p:spPr>
          <a:xfrm>
            <a:off x="4482800" y="3428650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section title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3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usinessman using computer in office" id="914" name="Google Shape;914;p53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28952" l="12657" r="33112" t="36432"/>
          <a:stretch/>
        </p:blipFill>
        <p:spPr>
          <a:xfrm>
            <a:off x="225300" y="3132125"/>
            <a:ext cx="1849800" cy="1770301"/>
          </a:xfrm>
          <a:prstGeom prst="rect">
            <a:avLst/>
          </a:prstGeom>
        </p:spPr>
      </p:pic>
      <p:pic>
        <p:nvPicPr>
          <p:cNvPr descr="Smiling business woman working with laptop while looking at camera in modern startup office" id="915" name="Google Shape;915;p53"/>
          <p:cNvPicPr preferRelativeResize="0"/>
          <p:nvPr>
            <p:ph idx="3" type="pic"/>
          </p:nvPr>
        </p:nvPicPr>
        <p:blipFill rotWithShape="1">
          <a:blip r:embed="rId4">
            <a:alphaModFix/>
          </a:blip>
          <a:srcRect b="36495" l="27951" r="27947" t="0"/>
          <a:stretch/>
        </p:blipFill>
        <p:spPr>
          <a:xfrm>
            <a:off x="5262525" y="228600"/>
            <a:ext cx="1865098" cy="1790099"/>
          </a:xfrm>
          <a:prstGeom prst="rect">
            <a:avLst/>
          </a:prstGeom>
        </p:spPr>
      </p:pic>
      <p:pic>
        <p:nvPicPr>
          <p:cNvPr descr="Portrait of smiling businesswoman with suit working in office" id="916" name="Google Shape;916;p53"/>
          <p:cNvPicPr preferRelativeResize="0"/>
          <p:nvPr>
            <p:ph idx="4" type="pic"/>
          </p:nvPr>
        </p:nvPicPr>
        <p:blipFill rotWithShape="1">
          <a:blip r:embed="rId5">
            <a:alphaModFix/>
          </a:blip>
          <a:srcRect b="30462" l="24435" r="30076" t="4084"/>
          <a:stretch/>
        </p:blipFill>
        <p:spPr>
          <a:xfrm>
            <a:off x="7281675" y="228600"/>
            <a:ext cx="1849800" cy="1790099"/>
          </a:xfrm>
          <a:prstGeom prst="rect">
            <a:avLst/>
          </a:prstGeom>
        </p:spPr>
      </p:pic>
      <p:sp>
        <p:nvSpPr>
          <p:cNvPr id="917" name="Google Shape;917;p53"/>
          <p:cNvSpPr txBox="1"/>
          <p:nvPr>
            <p:ph type="title"/>
          </p:nvPr>
        </p:nvSpPr>
        <p:spPr>
          <a:xfrm>
            <a:off x="91950" y="292050"/>
            <a:ext cx="4390500" cy="16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Meet the team</a:t>
            </a:r>
            <a:endParaRPr/>
          </a:p>
        </p:txBody>
      </p:sp>
      <p:sp>
        <p:nvSpPr>
          <p:cNvPr id="918" name="Google Shape;918;p53"/>
          <p:cNvSpPr txBox="1"/>
          <p:nvPr>
            <p:ph idx="1" type="subTitle"/>
          </p:nvPr>
        </p:nvSpPr>
        <p:spPr>
          <a:xfrm>
            <a:off x="526252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Venkatesh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PM</a:t>
            </a:r>
            <a:endParaRPr/>
          </a:p>
        </p:txBody>
      </p:sp>
      <p:sp>
        <p:nvSpPr>
          <p:cNvPr id="919" name="Google Shape;919;p53"/>
          <p:cNvSpPr txBox="1"/>
          <p:nvPr>
            <p:ph idx="5" type="subTitle"/>
          </p:nvPr>
        </p:nvSpPr>
        <p:spPr>
          <a:xfrm>
            <a:off x="728167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HHH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Mother</a:t>
            </a:r>
            <a:endParaRPr/>
          </a:p>
        </p:txBody>
      </p:sp>
      <p:sp>
        <p:nvSpPr>
          <p:cNvPr id="920" name="Google Shape;920;p53"/>
          <p:cNvSpPr txBox="1"/>
          <p:nvPr>
            <p:ph idx="6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921" name="Google Shape;921;p53"/>
          <p:cNvSpPr txBox="1"/>
          <p:nvPr>
            <p:ph idx="7" type="title"/>
          </p:nvPr>
        </p:nvSpPr>
        <p:spPr>
          <a:xfrm>
            <a:off x="7420225" y="4723025"/>
            <a:ext cx="1583400" cy="189300"/>
          </a:xfrm>
          <a:prstGeom prst="rect">
            <a:avLst/>
          </a:prstGeom>
        </p:spPr>
        <p:txBody>
          <a:bodyPr anchorCtr="0" anchor="b" bIns="0" lIns="18287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Year/Quarter/Month</a:t>
            </a:r>
            <a:endParaRPr/>
          </a:p>
        </p:txBody>
      </p:sp>
      <p:sp>
        <p:nvSpPr>
          <p:cNvPr id="922" name="Google Shape;922;p53"/>
          <p:cNvSpPr txBox="1"/>
          <p:nvPr>
            <p:ph idx="8" type="subTitle"/>
          </p:nvPr>
        </p:nvSpPr>
        <p:spPr>
          <a:xfrm>
            <a:off x="2216381" y="3132125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Full Name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Title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6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Google Shape;927;p54"/>
          <p:cNvSpPr/>
          <p:nvPr/>
        </p:nvSpPr>
        <p:spPr>
          <a:xfrm rot="1181745">
            <a:off x="3565253" y="751191"/>
            <a:ext cx="2013499" cy="1991018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28" name="Google Shape;928;p54"/>
          <p:cNvSpPr/>
          <p:nvPr/>
        </p:nvSpPr>
        <p:spPr>
          <a:xfrm rot="9649294">
            <a:off x="-1341325" y="856718"/>
            <a:ext cx="4949603" cy="1779974"/>
          </a:xfrm>
          <a:prstGeom prst="chord">
            <a:avLst>
              <a:gd fmla="val 2548532" name="adj1"/>
              <a:gd fmla="val 19993265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29" name="Google Shape;929;p54"/>
          <p:cNvSpPr/>
          <p:nvPr/>
        </p:nvSpPr>
        <p:spPr>
          <a:xfrm rot="748054">
            <a:off x="393745" y="1246154"/>
            <a:ext cx="3226691" cy="1216883"/>
          </a:xfrm>
          <a:prstGeom prst="flowChartConnector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30" name="Google Shape;930;p54"/>
          <p:cNvSpPr/>
          <p:nvPr/>
        </p:nvSpPr>
        <p:spPr>
          <a:xfrm flipH="1" rot="10800000">
            <a:off x="6153225" y="2339050"/>
            <a:ext cx="7131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31" name="Google Shape;931;p54"/>
          <p:cNvSpPr/>
          <p:nvPr/>
        </p:nvSpPr>
        <p:spPr>
          <a:xfrm flipH="1">
            <a:off x="1158450" y="1403425"/>
            <a:ext cx="2799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32" name="Google Shape;932;p54"/>
          <p:cNvSpPr/>
          <p:nvPr/>
        </p:nvSpPr>
        <p:spPr>
          <a:xfrm flipH="1">
            <a:off x="1158450" y="1549150"/>
            <a:ext cx="2799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  <a:latin typeface="Sora"/>
              <a:ea typeface="Sora"/>
              <a:cs typeface="Sora"/>
              <a:sym typeface="Sora"/>
            </a:endParaRPr>
          </a:p>
        </p:txBody>
      </p:sp>
      <p:pic>
        <p:nvPicPr>
          <p:cNvPr descr="Portrait of smiling business woman with suit working in office" id="933" name="Google Shape;933;p54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44226" l="30423" r="35055" t="4016"/>
          <a:stretch/>
        </p:blipFill>
        <p:spPr>
          <a:xfrm>
            <a:off x="1200750" y="984738"/>
            <a:ext cx="1649400" cy="1649400"/>
          </a:xfrm>
          <a:prstGeom prst="ellipse">
            <a:avLst/>
          </a:prstGeom>
        </p:spPr>
      </p:pic>
      <p:pic>
        <p:nvPicPr>
          <p:cNvPr descr="Smiling business woman working with laptop while looking at camera in modern startup office" id="934" name="Google Shape;934;p54"/>
          <p:cNvPicPr preferRelativeResize="0"/>
          <p:nvPr>
            <p:ph idx="3" type="pic"/>
          </p:nvPr>
        </p:nvPicPr>
        <p:blipFill rotWithShape="1">
          <a:blip r:embed="rId4">
            <a:alphaModFix/>
          </a:blip>
          <a:srcRect b="52932" l="33421" r="35209" t="0"/>
          <a:stretch/>
        </p:blipFill>
        <p:spPr>
          <a:xfrm>
            <a:off x="3747300" y="921988"/>
            <a:ext cx="1649400" cy="1649400"/>
          </a:xfrm>
          <a:prstGeom prst="ellipse">
            <a:avLst/>
          </a:prstGeom>
        </p:spPr>
      </p:pic>
      <p:pic>
        <p:nvPicPr>
          <p:cNvPr descr="Businessman using computer in office " id="935" name="Google Shape;935;p54"/>
          <p:cNvPicPr preferRelativeResize="0"/>
          <p:nvPr>
            <p:ph idx="4" type="pic"/>
          </p:nvPr>
        </p:nvPicPr>
        <p:blipFill rotWithShape="1">
          <a:blip r:embed="rId5">
            <a:alphaModFix/>
          </a:blip>
          <a:srcRect b="37282" l="22423" r="37734" t="36144"/>
          <a:stretch/>
        </p:blipFill>
        <p:spPr>
          <a:xfrm>
            <a:off x="6080650" y="941438"/>
            <a:ext cx="1649400" cy="1649400"/>
          </a:xfrm>
          <a:prstGeom prst="ellipse">
            <a:avLst/>
          </a:prstGeom>
        </p:spPr>
      </p:pic>
      <p:sp>
        <p:nvSpPr>
          <p:cNvPr id="936" name="Google Shape;936;p54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Year/Quarter/Month</a:t>
            </a:r>
            <a:endParaRPr/>
          </a:p>
        </p:txBody>
      </p:sp>
      <p:sp>
        <p:nvSpPr>
          <p:cNvPr id="937" name="Google Shape;937;p54"/>
          <p:cNvSpPr txBox="1"/>
          <p:nvPr>
            <p:ph idx="13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938" name="Google Shape;938;p54"/>
          <p:cNvSpPr txBox="1"/>
          <p:nvPr>
            <p:ph idx="1" type="subTitle"/>
          </p:nvPr>
        </p:nvSpPr>
        <p:spPr>
          <a:xfrm>
            <a:off x="94775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Write a brief bio for this team member. Mention their background, area of expertise, and what their responsibilities will be on this project.</a:t>
            </a:r>
            <a:endParaRPr/>
          </a:p>
        </p:txBody>
      </p:sp>
      <p:sp>
        <p:nvSpPr>
          <p:cNvPr id="939" name="Google Shape;939;p54"/>
          <p:cNvSpPr txBox="1"/>
          <p:nvPr>
            <p:ph idx="5" type="title"/>
          </p:nvPr>
        </p:nvSpPr>
        <p:spPr>
          <a:xfrm>
            <a:off x="111185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Full N</a:t>
            </a:r>
            <a:r>
              <a:rPr lang="en"/>
              <a:t>ame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6"/>
                </a:solidFill>
              </a:rPr>
              <a:t>Title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940" name="Google Shape;940;p54"/>
          <p:cNvSpPr txBox="1"/>
          <p:nvPr>
            <p:ph idx="6" type="subTitle"/>
          </p:nvPr>
        </p:nvSpPr>
        <p:spPr>
          <a:xfrm>
            <a:off x="352860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Write a brief bio for this team member. Mention their background, area of expertise, and what their responsibilities will be on this project.</a:t>
            </a:r>
            <a:endParaRPr/>
          </a:p>
        </p:txBody>
      </p:sp>
      <p:sp>
        <p:nvSpPr>
          <p:cNvPr id="941" name="Google Shape;941;p54"/>
          <p:cNvSpPr txBox="1"/>
          <p:nvPr>
            <p:ph idx="7" type="title"/>
          </p:nvPr>
        </p:nvSpPr>
        <p:spPr>
          <a:xfrm>
            <a:off x="369270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Full</a:t>
            </a:r>
            <a:r>
              <a:rPr lang="en"/>
              <a:t> Name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>Title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942" name="Google Shape;942;p54"/>
          <p:cNvSpPr txBox="1"/>
          <p:nvPr>
            <p:ph idx="8" type="subTitle"/>
          </p:nvPr>
        </p:nvSpPr>
        <p:spPr>
          <a:xfrm>
            <a:off x="586195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Write a brief bio for this team member. Mention their background, area of expertise, and what their responsibilities will be on this project.</a:t>
            </a:r>
            <a:endParaRPr/>
          </a:p>
        </p:txBody>
      </p:sp>
      <p:sp>
        <p:nvSpPr>
          <p:cNvPr id="943" name="Google Shape;943;p54"/>
          <p:cNvSpPr txBox="1"/>
          <p:nvPr>
            <p:ph idx="9" type="title"/>
          </p:nvPr>
        </p:nvSpPr>
        <p:spPr>
          <a:xfrm>
            <a:off x="602605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Full</a:t>
            </a:r>
            <a:r>
              <a:rPr lang="en"/>
              <a:t> Name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4"/>
                </a:solidFill>
              </a:rPr>
              <a:t>Title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944" name="Google Shape;944;p54"/>
          <p:cNvSpPr txBox="1"/>
          <p:nvPr>
            <p:ph type="title"/>
          </p:nvPr>
        </p:nvSpPr>
        <p:spPr>
          <a:xfrm>
            <a:off x="38100" y="397750"/>
            <a:ext cx="19482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IBM Plex Sans Medium"/>
                <a:ea typeface="IBM Plex Sans Medium"/>
                <a:cs typeface="IBM Plex Sans Medium"/>
                <a:sym typeface="IBM Plex Sans Medium"/>
              </a:rPr>
              <a:t>Meet the team</a:t>
            </a:r>
            <a:endParaRPr sz="1600"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8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p55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Year/Quarter/Month</a:t>
            </a:r>
            <a:endParaRPr/>
          </a:p>
        </p:txBody>
      </p:sp>
      <p:sp>
        <p:nvSpPr>
          <p:cNvPr id="950" name="Google Shape;950;p55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951" name="Google Shape;951;p55"/>
          <p:cNvSpPr txBox="1"/>
          <p:nvPr>
            <p:ph type="title"/>
          </p:nvPr>
        </p:nvSpPr>
        <p:spPr>
          <a:xfrm>
            <a:off x="96025" y="1206300"/>
            <a:ext cx="6507000" cy="18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statement about what inspired this project: </a:t>
            </a:r>
            <a:r>
              <a:rPr lang="en"/>
              <a:t>a</a:t>
            </a:r>
            <a:r>
              <a:rPr lang="en"/>
              <a:t> challenge,</a:t>
            </a:r>
            <a:r>
              <a:rPr lang="en"/>
              <a:t> a goal, or a vision.</a:t>
            </a:r>
            <a:endParaRPr/>
          </a:p>
        </p:txBody>
      </p:sp>
      <p:sp>
        <p:nvSpPr>
          <p:cNvPr id="952" name="Google Shape;952;p55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Think about your audience. </a:t>
            </a:r>
            <a:endParaRPr b="1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Some will already know about the project. Others will be hearing about it for the first time.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This is your opportunity to make sure everyone is on the same page.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6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p56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Year/Quarter/Month</a:t>
            </a:r>
            <a:endParaRPr/>
          </a:p>
        </p:txBody>
      </p:sp>
      <p:sp>
        <p:nvSpPr>
          <p:cNvPr id="958" name="Google Shape;958;p56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Think about your audience. </a:t>
            </a:r>
            <a:endParaRPr b="1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Some will already know about the project. Others will be hearing about it for the first time</a:t>
            </a: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.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This is your opportunity to make sure everyone is on the same page.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</p:txBody>
      </p:sp>
      <p:sp>
        <p:nvSpPr>
          <p:cNvPr id="959" name="Google Shape;959;p56"/>
          <p:cNvSpPr txBox="1"/>
          <p:nvPr>
            <p:ph idx="2" type="title"/>
          </p:nvPr>
        </p:nvSpPr>
        <p:spPr>
          <a:xfrm>
            <a:off x="115025" y="406250"/>
            <a:ext cx="6507000" cy="26568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statement about what inspired this project: a challenge, </a:t>
            </a:r>
            <a:r>
              <a:rPr lang="en"/>
              <a:t>a goal,</a:t>
            </a:r>
            <a:r>
              <a:rPr lang="en"/>
              <a:t> </a:t>
            </a:r>
            <a:r>
              <a:rPr lang="en"/>
              <a:t>or a vision</a:t>
            </a:r>
            <a:r>
              <a:rPr lang="en"/>
              <a:t>.</a:t>
            </a:r>
            <a:endParaRPr/>
          </a:p>
        </p:txBody>
      </p:sp>
      <p:sp>
        <p:nvSpPr>
          <p:cNvPr id="960" name="Google Shape;960;p56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4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65" name="Google Shape;965;p57"/>
          <p:cNvCxnSpPr/>
          <p:nvPr/>
        </p:nvCxnSpPr>
        <p:spPr>
          <a:xfrm>
            <a:off x="682863" y="2676625"/>
            <a:ext cx="7683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66" name="Google Shape;966;p57"/>
          <p:cNvSpPr/>
          <p:nvPr/>
        </p:nvSpPr>
        <p:spPr>
          <a:xfrm>
            <a:off x="2350300" y="2496026"/>
            <a:ext cx="361200" cy="361200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328613" rotWithShape="0" algn="bl" dir="2700000" dist="28575">
              <a:schemeClr val="accent3">
                <a:alpha val="56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67" name="Google Shape;967;p57"/>
          <p:cNvSpPr/>
          <p:nvPr/>
        </p:nvSpPr>
        <p:spPr>
          <a:xfrm>
            <a:off x="4215088" y="2496026"/>
            <a:ext cx="361200" cy="361200"/>
          </a:xfrm>
          <a:prstGeom prst="ellipse">
            <a:avLst/>
          </a:prstGeom>
          <a:solidFill>
            <a:schemeClr val="lt2"/>
          </a:solidFill>
          <a:ln>
            <a:noFill/>
          </a:ln>
          <a:effectLst>
            <a:outerShdw blurRad="342900" rotWithShape="0" algn="bl" dir="5400000" dist="38100">
              <a:schemeClr val="accen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68" name="Google Shape;968;p57"/>
          <p:cNvSpPr/>
          <p:nvPr/>
        </p:nvSpPr>
        <p:spPr>
          <a:xfrm>
            <a:off x="621400" y="2496026"/>
            <a:ext cx="361200" cy="361200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>
            <a:outerShdw blurRad="328613" rotWithShape="0" algn="bl" dir="2700000" dist="28575">
              <a:schemeClr val="accent4">
                <a:alpha val="56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69" name="Google Shape;969;p57"/>
          <p:cNvSpPr/>
          <p:nvPr/>
        </p:nvSpPr>
        <p:spPr>
          <a:xfrm>
            <a:off x="6089013" y="2496033"/>
            <a:ext cx="361200" cy="361200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outerShdw blurRad="485775" rotWithShape="0" algn="bl" dir="7800000" dist="76200">
              <a:schemeClr val="accent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70" name="Google Shape;970;p57"/>
          <p:cNvSpPr/>
          <p:nvPr/>
        </p:nvSpPr>
        <p:spPr>
          <a:xfrm>
            <a:off x="7730567" y="2263523"/>
            <a:ext cx="825900" cy="82620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342900" rotWithShape="0" algn="bl" dir="5400000" dist="38100">
              <a:schemeClr val="accen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71" name="Google Shape;971;p57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972" name="Google Shape;972;p57"/>
          <p:cNvSpPr txBox="1"/>
          <p:nvPr>
            <p:ph idx="5" type="title"/>
          </p:nvPr>
        </p:nvSpPr>
        <p:spPr>
          <a:xfrm>
            <a:off x="3890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1</a:t>
            </a:r>
            <a:endParaRPr/>
          </a:p>
        </p:txBody>
      </p:sp>
      <p:sp>
        <p:nvSpPr>
          <p:cNvPr id="973" name="Google Shape;973;p57"/>
          <p:cNvSpPr txBox="1"/>
          <p:nvPr>
            <p:ph idx="3" type="title"/>
          </p:nvPr>
        </p:nvSpPr>
        <p:spPr>
          <a:xfrm>
            <a:off x="21179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2</a:t>
            </a:r>
            <a:endParaRPr/>
          </a:p>
        </p:txBody>
      </p:sp>
      <p:sp>
        <p:nvSpPr>
          <p:cNvPr id="974" name="Google Shape;974;p57"/>
          <p:cNvSpPr txBox="1"/>
          <p:nvPr>
            <p:ph idx="4" type="title"/>
          </p:nvPr>
        </p:nvSpPr>
        <p:spPr>
          <a:xfrm>
            <a:off x="398730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3</a:t>
            </a:r>
            <a:endParaRPr/>
          </a:p>
        </p:txBody>
      </p:sp>
      <p:sp>
        <p:nvSpPr>
          <p:cNvPr id="975" name="Google Shape;975;p57"/>
          <p:cNvSpPr txBox="1"/>
          <p:nvPr>
            <p:ph idx="6" type="title"/>
          </p:nvPr>
        </p:nvSpPr>
        <p:spPr>
          <a:xfrm>
            <a:off x="5858938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4</a:t>
            </a:r>
            <a:endParaRPr/>
          </a:p>
        </p:txBody>
      </p:sp>
      <p:sp>
        <p:nvSpPr>
          <p:cNvPr id="976" name="Google Shape;976;p57"/>
          <p:cNvSpPr txBox="1"/>
          <p:nvPr>
            <p:ph idx="7" type="title"/>
          </p:nvPr>
        </p:nvSpPr>
        <p:spPr>
          <a:xfrm>
            <a:off x="7730563" y="1797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Goal</a:t>
            </a:r>
            <a:endParaRPr/>
          </a:p>
        </p:txBody>
      </p:sp>
      <p:sp>
        <p:nvSpPr>
          <p:cNvPr id="977" name="Google Shape;977;p57"/>
          <p:cNvSpPr txBox="1"/>
          <p:nvPr>
            <p:ph idx="1" type="body"/>
          </p:nvPr>
        </p:nvSpPr>
        <p:spPr>
          <a:xfrm>
            <a:off x="148300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steps must the team take to reach their business goals?</a:t>
            </a:r>
            <a:endParaRPr/>
          </a:p>
        </p:txBody>
      </p:sp>
      <p:sp>
        <p:nvSpPr>
          <p:cNvPr id="978" name="Google Shape;978;p57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Year/Quarter/Month</a:t>
            </a:r>
            <a:endParaRPr/>
          </a:p>
        </p:txBody>
      </p:sp>
      <p:sp>
        <p:nvSpPr>
          <p:cNvPr id="979" name="Google Shape;979;p57"/>
          <p:cNvSpPr txBox="1"/>
          <p:nvPr>
            <p:ph type="title"/>
          </p:nvPr>
        </p:nvSpPr>
        <p:spPr>
          <a:xfrm>
            <a:off x="115025" y="502775"/>
            <a:ext cx="58290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roadmap</a:t>
            </a:r>
            <a:endParaRPr/>
          </a:p>
        </p:txBody>
      </p:sp>
      <p:sp>
        <p:nvSpPr>
          <p:cNvPr id="980" name="Google Shape;980;p57"/>
          <p:cNvSpPr txBox="1"/>
          <p:nvPr>
            <p:ph idx="8" type="body"/>
          </p:nvPr>
        </p:nvSpPr>
        <p:spPr>
          <a:xfrm>
            <a:off x="3601450" y="2960850"/>
            <a:ext cx="15795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example, mention the project kickoff, the first delivery, go-live </a:t>
            </a:r>
            <a:r>
              <a:rPr lang="en"/>
              <a:t>da</a:t>
            </a:r>
            <a:r>
              <a:rPr lang="en"/>
              <a:t>te, etc.</a:t>
            </a:r>
            <a:endParaRPr/>
          </a:p>
        </p:txBody>
      </p:sp>
      <p:sp>
        <p:nvSpPr>
          <p:cNvPr id="981" name="Google Shape;981;p57"/>
          <p:cNvSpPr txBox="1"/>
          <p:nvPr>
            <p:ph idx="9" type="body"/>
          </p:nvPr>
        </p:nvSpPr>
        <p:spPr>
          <a:xfrm>
            <a:off x="5565675" y="2960850"/>
            <a:ext cx="14877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also describe phases, like strategy, concepting, etc.</a:t>
            </a:r>
            <a:endParaRPr/>
          </a:p>
        </p:txBody>
      </p:sp>
      <p:sp>
        <p:nvSpPr>
          <p:cNvPr id="982" name="Google Shape;982;p57"/>
          <p:cNvSpPr txBox="1"/>
          <p:nvPr>
            <p:ph idx="14" type="body"/>
          </p:nvPr>
        </p:nvSpPr>
        <p:spPr>
          <a:xfrm>
            <a:off x="1842125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Remember, this is a high-level summary. Focus on key milestones.</a:t>
            </a:r>
            <a:endParaRPr/>
          </a:p>
        </p:txBody>
      </p:sp>
      <p:sp>
        <p:nvSpPr>
          <p:cNvPr id="983" name="Google Shape;983;p57"/>
          <p:cNvSpPr txBox="1"/>
          <p:nvPr>
            <p:ph idx="13" type="body"/>
          </p:nvPr>
        </p:nvSpPr>
        <p:spPr>
          <a:xfrm>
            <a:off x="7346300" y="3194850"/>
            <a:ext cx="1649400" cy="14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Finally, describe what needs to happen for the project to reach its conclusion.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7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p58"/>
          <p:cNvSpPr txBox="1"/>
          <p:nvPr>
            <p:ph idx="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Year/Quarter/Month</a:t>
            </a:r>
            <a:endParaRPr/>
          </a:p>
        </p:txBody>
      </p:sp>
      <p:sp>
        <p:nvSpPr>
          <p:cNvPr id="989" name="Google Shape;989;p58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990" name="Google Shape;990;p58"/>
          <p:cNvSpPr txBox="1"/>
          <p:nvPr>
            <p:ph idx="1" type="subTitle"/>
          </p:nvPr>
        </p:nvSpPr>
        <p:spPr>
          <a:xfrm>
            <a:off x="278850" y="2976125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BM Plex Sans Medium"/>
                <a:ea typeface="IBM Plex Sans Medium"/>
                <a:cs typeface="IBM Plex Sans Medium"/>
                <a:sym typeface="IBM Plex Sans Medium"/>
              </a:rPr>
              <a:t>Step 1</a:t>
            </a:r>
            <a:endParaRPr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0" lvl="0" marL="0" rtl="0" algn="l">
              <a:spcBef>
                <a:spcPts val="600"/>
              </a:spcBef>
              <a:spcAft>
                <a:spcPts val="600"/>
              </a:spcAft>
              <a:buNone/>
            </a:pPr>
            <a:r>
              <a:rPr lang="en" sz="1000"/>
              <a:t>What steps must the team take to reach their business goals?</a:t>
            </a:r>
            <a:endParaRPr sz="1000"/>
          </a:p>
        </p:txBody>
      </p:sp>
      <p:sp>
        <p:nvSpPr>
          <p:cNvPr id="991" name="Google Shape;991;p58"/>
          <p:cNvSpPr txBox="1"/>
          <p:nvPr>
            <p:ph idx="5" type="subTitle"/>
          </p:nvPr>
        </p:nvSpPr>
        <p:spPr>
          <a:xfrm>
            <a:off x="4597200" y="19932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BM Plex Sans Medium"/>
                <a:ea typeface="IBM Plex Sans Medium"/>
                <a:cs typeface="IBM Plex Sans Medium"/>
                <a:sym typeface="IBM Plex Sans Medium"/>
              </a:rPr>
              <a:t>Step 4</a:t>
            </a:r>
            <a:endParaRPr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0" lvl="0" marL="0" rtl="0" algn="l">
              <a:spcBef>
                <a:spcPts val="600"/>
              </a:spcBef>
              <a:spcAft>
                <a:spcPts val="600"/>
              </a:spcAft>
              <a:buNone/>
            </a:pPr>
            <a:r>
              <a:rPr lang="en" sz="1000"/>
              <a:t>For example, mention the project kickoff, the first delivery, </a:t>
            </a:r>
            <a:r>
              <a:rPr lang="en" sz="1000"/>
              <a:t>go</a:t>
            </a:r>
            <a:r>
              <a:rPr lang="en" sz="1000"/>
              <a:t>-live date, etc.</a:t>
            </a:r>
            <a:endParaRPr sz="1000"/>
          </a:p>
        </p:txBody>
      </p:sp>
      <p:sp>
        <p:nvSpPr>
          <p:cNvPr id="992" name="Google Shape;992;p58"/>
          <p:cNvSpPr txBox="1"/>
          <p:nvPr>
            <p:ph idx="6" type="subTitle"/>
          </p:nvPr>
        </p:nvSpPr>
        <p:spPr>
          <a:xfrm>
            <a:off x="6031950" y="16491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 Medium"/>
                <a:ea typeface="Sora Medium"/>
                <a:cs typeface="Sora Medium"/>
                <a:sym typeface="Sora Medium"/>
              </a:rPr>
              <a:t>Step 5</a:t>
            </a:r>
            <a:endParaRPr>
              <a:latin typeface="Sora Medium"/>
              <a:ea typeface="Sora Medium"/>
              <a:cs typeface="Sora Medium"/>
              <a:sym typeface="Sora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You can also describe phases like strategy, concepting, etc. </a:t>
            </a:r>
            <a:endParaRPr sz="1000"/>
          </a:p>
        </p:txBody>
      </p:sp>
      <p:sp>
        <p:nvSpPr>
          <p:cNvPr id="993" name="Google Shape;993;p58"/>
          <p:cNvSpPr txBox="1"/>
          <p:nvPr>
            <p:ph idx="7" type="subTitle"/>
          </p:nvPr>
        </p:nvSpPr>
        <p:spPr>
          <a:xfrm>
            <a:off x="7473750" y="127795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BM Plex Sans Medium"/>
                <a:ea typeface="IBM Plex Sans Medium"/>
                <a:cs typeface="IBM Plex Sans Medium"/>
                <a:sym typeface="IBM Plex Sans Medium"/>
              </a:rPr>
              <a:t>Goal</a:t>
            </a:r>
            <a:endParaRPr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0" lvl="0" marL="0" rtl="0" algn="l">
              <a:spcBef>
                <a:spcPts val="600"/>
              </a:spcBef>
              <a:spcAft>
                <a:spcPts val="600"/>
              </a:spcAft>
              <a:buNone/>
            </a:pPr>
            <a:r>
              <a:rPr lang="en" sz="1000"/>
              <a:t>Finally, describe what needs to happen for the project to reach its conclusion.</a:t>
            </a:r>
            <a:endParaRPr sz="1000"/>
          </a:p>
        </p:txBody>
      </p:sp>
      <p:sp>
        <p:nvSpPr>
          <p:cNvPr id="994" name="Google Shape;994;p58"/>
          <p:cNvSpPr txBox="1"/>
          <p:nvPr>
            <p:ph idx="3" type="subTitle"/>
          </p:nvPr>
        </p:nvSpPr>
        <p:spPr>
          <a:xfrm>
            <a:off x="1720650" y="25893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 Medium"/>
                <a:ea typeface="Sora Medium"/>
                <a:cs typeface="Sora Medium"/>
                <a:sym typeface="Sora Medium"/>
              </a:rPr>
              <a:t>Step 2</a:t>
            </a:r>
            <a:endParaRPr>
              <a:latin typeface="Sora Medium"/>
              <a:ea typeface="Sora Medium"/>
              <a:cs typeface="Sora Medium"/>
              <a:sym typeface="Sora Medium"/>
            </a:endParaRPr>
          </a:p>
          <a:p>
            <a:pPr indent="0" lvl="0" marL="0" rtl="0" algn="l">
              <a:spcBef>
                <a:spcPts val="600"/>
              </a:spcBef>
              <a:spcAft>
                <a:spcPts val="600"/>
              </a:spcAft>
              <a:buNone/>
            </a:pPr>
            <a:r>
              <a:rPr lang="en" sz="1000"/>
              <a:t>Remember, this is a high-level summary, not a detailed view. </a:t>
            </a:r>
            <a:endParaRPr sz="1000"/>
          </a:p>
        </p:txBody>
      </p:sp>
      <p:sp>
        <p:nvSpPr>
          <p:cNvPr id="995" name="Google Shape;995;p58"/>
          <p:cNvSpPr txBox="1"/>
          <p:nvPr>
            <p:ph idx="4" type="subTitle"/>
          </p:nvPr>
        </p:nvSpPr>
        <p:spPr>
          <a:xfrm>
            <a:off x="3155400" y="230665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 Medium"/>
                <a:ea typeface="Sora Medium"/>
                <a:cs typeface="Sora Medium"/>
                <a:sym typeface="Sora Medium"/>
              </a:rPr>
              <a:t>Step 3</a:t>
            </a:r>
            <a:endParaRPr>
              <a:latin typeface="Sora Medium"/>
              <a:ea typeface="Sora Medium"/>
              <a:cs typeface="Sora Medium"/>
              <a:sym typeface="Sora Medium"/>
            </a:endParaRPr>
          </a:p>
          <a:p>
            <a:pPr indent="0" lvl="0" marL="0" rtl="0" algn="l">
              <a:spcBef>
                <a:spcPts val="600"/>
              </a:spcBef>
              <a:spcAft>
                <a:spcPts val="600"/>
              </a:spcAft>
              <a:buNone/>
            </a:pPr>
            <a:r>
              <a:rPr lang="en" sz="1000"/>
              <a:t>Focus on key milestones, meetings and events.</a:t>
            </a:r>
            <a:endParaRPr sz="1000"/>
          </a:p>
        </p:txBody>
      </p:sp>
      <p:sp>
        <p:nvSpPr>
          <p:cNvPr id="996" name="Google Shape;996;p58"/>
          <p:cNvSpPr txBox="1"/>
          <p:nvPr>
            <p:ph idx="2" type="title"/>
          </p:nvPr>
        </p:nvSpPr>
        <p:spPr>
          <a:xfrm>
            <a:off x="115025" y="502775"/>
            <a:ext cx="54000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roadmap</a:t>
            </a:r>
            <a:endParaRPr/>
          </a:p>
        </p:txBody>
      </p:sp>
      <p:sp>
        <p:nvSpPr>
          <p:cNvPr id="997" name="Google Shape;997;p58"/>
          <p:cNvSpPr/>
          <p:nvPr/>
        </p:nvSpPr>
        <p:spPr>
          <a:xfrm>
            <a:off x="750" y="2943425"/>
            <a:ext cx="1669500" cy="32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98" name="Google Shape;998;p58"/>
          <p:cNvSpPr/>
          <p:nvPr/>
        </p:nvSpPr>
        <p:spPr>
          <a:xfrm>
            <a:off x="1713600" y="2556600"/>
            <a:ext cx="1395000" cy="32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99" name="Google Shape;999;p58"/>
          <p:cNvSpPr/>
          <p:nvPr/>
        </p:nvSpPr>
        <p:spPr>
          <a:xfrm>
            <a:off x="3151800" y="2273950"/>
            <a:ext cx="1395000" cy="327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00" name="Google Shape;1000;p58"/>
          <p:cNvSpPr/>
          <p:nvPr/>
        </p:nvSpPr>
        <p:spPr>
          <a:xfrm>
            <a:off x="4593600" y="1960500"/>
            <a:ext cx="1395000" cy="32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01" name="Google Shape;1001;p58"/>
          <p:cNvSpPr/>
          <p:nvPr/>
        </p:nvSpPr>
        <p:spPr>
          <a:xfrm>
            <a:off x="6028350" y="1616400"/>
            <a:ext cx="1395000" cy="327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02" name="Google Shape;1002;p58"/>
          <p:cNvSpPr/>
          <p:nvPr/>
        </p:nvSpPr>
        <p:spPr>
          <a:xfrm>
            <a:off x="7473750" y="1245250"/>
            <a:ext cx="1669500" cy="32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6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Google Shape;1007;p59"/>
          <p:cNvSpPr txBox="1"/>
          <p:nvPr>
            <p:ph idx="2" type="body"/>
          </p:nvPr>
        </p:nvSpPr>
        <p:spPr>
          <a:xfrm>
            <a:off x="4631450" y="827575"/>
            <a:ext cx="2896200" cy="12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IBM Plex Sans Medium"/>
                <a:ea typeface="IBM Plex Sans Medium"/>
                <a:cs typeface="IBM Plex Sans Medium"/>
                <a:sym typeface="IBM Plex Sans Medium"/>
              </a:rPr>
              <a:t>Problem 1</a:t>
            </a:r>
            <a:endParaRPr sz="16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Describe a problem or challenge currently affecting your </a:t>
            </a: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market</a:t>
            </a: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, your customers, or your company.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</p:txBody>
      </p:sp>
      <p:sp>
        <p:nvSpPr>
          <p:cNvPr id="1008" name="Google Shape;1008;p59"/>
          <p:cNvSpPr txBox="1"/>
          <p:nvPr>
            <p:ph idx="1" type="body"/>
          </p:nvPr>
        </p:nvSpPr>
        <p:spPr>
          <a:xfrm>
            <a:off x="4631450" y="2170025"/>
            <a:ext cx="2896200" cy="188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IBM Plex Sans Medium"/>
                <a:ea typeface="IBM Plex Sans Medium"/>
                <a:cs typeface="IBM Plex Sans Medium"/>
                <a:sym typeface="IBM Plex Sans Medium"/>
              </a:rPr>
              <a:t>Problem 2</a:t>
            </a:r>
            <a:endParaRPr sz="16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Describe a problem or challenge currently affecting your market, your customers, or your company.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</p:txBody>
      </p:sp>
      <p:sp>
        <p:nvSpPr>
          <p:cNvPr id="1009" name="Google Shape;1009;p59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1010" name="Google Shape;1010;p59"/>
          <p:cNvSpPr txBox="1"/>
          <p:nvPr>
            <p:ph idx="3" type="title"/>
          </p:nvPr>
        </p:nvSpPr>
        <p:spPr>
          <a:xfrm>
            <a:off x="115025" y="502775"/>
            <a:ext cx="3905400" cy="184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headline about the challenges you’re facing</a:t>
            </a:r>
            <a:endParaRPr/>
          </a:p>
        </p:txBody>
      </p:sp>
      <p:sp>
        <p:nvSpPr>
          <p:cNvPr id="1011" name="Google Shape;1011;p59"/>
          <p:cNvSpPr txBox="1"/>
          <p:nvPr>
            <p:ph idx="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Year/Quarter/Month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5" name="Shape 1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6" name="Google Shape;1016;p60"/>
          <p:cNvSpPr/>
          <p:nvPr/>
        </p:nvSpPr>
        <p:spPr>
          <a:xfrm flipH="1" rot="10800000">
            <a:off x="3820750" y="2732038"/>
            <a:ext cx="53232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17" name="Google Shape;1017;p60"/>
          <p:cNvSpPr/>
          <p:nvPr/>
        </p:nvSpPr>
        <p:spPr>
          <a:xfrm flipH="1" rot="10800000">
            <a:off x="3820750" y="3540963"/>
            <a:ext cx="53232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18" name="Google Shape;1018;p60"/>
          <p:cNvSpPr/>
          <p:nvPr/>
        </p:nvSpPr>
        <p:spPr>
          <a:xfrm>
            <a:off x="228600" y="2127275"/>
            <a:ext cx="739800" cy="4194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19" name="Google Shape;1019;p60"/>
          <p:cNvSpPr/>
          <p:nvPr/>
        </p:nvSpPr>
        <p:spPr>
          <a:xfrm>
            <a:off x="228600" y="2936226"/>
            <a:ext cx="739800" cy="4194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20" name="Google Shape;1020;p60"/>
          <p:cNvSpPr/>
          <p:nvPr/>
        </p:nvSpPr>
        <p:spPr>
          <a:xfrm>
            <a:off x="228600" y="3745177"/>
            <a:ext cx="739800" cy="4194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21" name="Google Shape;1021;p60"/>
          <p:cNvSpPr/>
          <p:nvPr/>
        </p:nvSpPr>
        <p:spPr>
          <a:xfrm flipH="1" rot="10800000">
            <a:off x="3820750" y="1949113"/>
            <a:ext cx="53232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22" name="Google Shape;1022;p60"/>
          <p:cNvSpPr txBox="1"/>
          <p:nvPr>
            <p:ph idx="3" type="title"/>
          </p:nvPr>
        </p:nvSpPr>
        <p:spPr>
          <a:xfrm>
            <a:off x="1129950" y="1992625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Describe a challenge that might come up during the project</a:t>
            </a:r>
            <a:endParaRPr/>
          </a:p>
        </p:txBody>
      </p:sp>
      <p:sp>
        <p:nvSpPr>
          <p:cNvPr id="1023" name="Google Shape;1023;p60"/>
          <p:cNvSpPr txBox="1"/>
          <p:nvPr>
            <p:ph idx="6" type="title"/>
          </p:nvPr>
        </p:nvSpPr>
        <p:spPr>
          <a:xfrm>
            <a:off x="3820750" y="1992625"/>
            <a:ext cx="3350700" cy="6888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Explain the specific steps the team will take to mitigate this challenge.</a:t>
            </a:r>
            <a:endParaRPr/>
          </a:p>
        </p:txBody>
      </p:sp>
      <p:sp>
        <p:nvSpPr>
          <p:cNvPr id="1024" name="Google Shape;1024;p60"/>
          <p:cNvSpPr txBox="1"/>
          <p:nvPr>
            <p:ph idx="7" type="title"/>
          </p:nvPr>
        </p:nvSpPr>
        <p:spPr>
          <a:xfrm>
            <a:off x="3820750" y="2801550"/>
            <a:ext cx="3350700" cy="6888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Explain the specific steps the team will take to mitigate this challenge.</a:t>
            </a:r>
            <a:endParaRPr/>
          </a:p>
        </p:txBody>
      </p:sp>
      <p:sp>
        <p:nvSpPr>
          <p:cNvPr id="1025" name="Google Shape;1025;p60"/>
          <p:cNvSpPr txBox="1"/>
          <p:nvPr>
            <p:ph idx="8" type="title"/>
          </p:nvPr>
        </p:nvSpPr>
        <p:spPr>
          <a:xfrm>
            <a:off x="3820750" y="3610475"/>
            <a:ext cx="3350700" cy="6888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Explain the specific steps the team will take to mitigate this challenge.</a:t>
            </a:r>
            <a:endParaRPr/>
          </a:p>
        </p:txBody>
      </p:sp>
      <p:sp>
        <p:nvSpPr>
          <p:cNvPr id="1026" name="Google Shape;1026;p60"/>
          <p:cNvSpPr txBox="1"/>
          <p:nvPr>
            <p:ph type="title"/>
          </p:nvPr>
        </p:nvSpPr>
        <p:spPr>
          <a:xfrm>
            <a:off x="1143300" y="1526963"/>
            <a:ext cx="2197500" cy="40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BM Plex Sans Medium"/>
                <a:ea typeface="IBM Plex Sans Medium"/>
                <a:cs typeface="IBM Plex Sans Medium"/>
                <a:sym typeface="IBM Plex Sans Medium"/>
              </a:rPr>
              <a:t>Potential challenge</a:t>
            </a:r>
            <a:endParaRPr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1027" name="Google Shape;1027;p60"/>
          <p:cNvSpPr txBox="1"/>
          <p:nvPr>
            <p:ph idx="2" type="title"/>
          </p:nvPr>
        </p:nvSpPr>
        <p:spPr>
          <a:xfrm>
            <a:off x="3820750" y="1526963"/>
            <a:ext cx="2197500" cy="402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BM Plex Sans Medium"/>
                <a:ea typeface="IBM Plex Sans Medium"/>
                <a:cs typeface="IBM Plex Sans Medium"/>
                <a:sym typeface="IBM Plex Sans Medium"/>
              </a:rPr>
              <a:t>How we’ll respond</a:t>
            </a:r>
            <a:endParaRPr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1028" name="Google Shape;1028;p60"/>
          <p:cNvSpPr txBox="1"/>
          <p:nvPr>
            <p:ph idx="4" type="title"/>
          </p:nvPr>
        </p:nvSpPr>
        <p:spPr>
          <a:xfrm>
            <a:off x="1129950" y="2801602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Describe a challenge that might come up during the project</a:t>
            </a:r>
            <a:endParaRPr/>
          </a:p>
        </p:txBody>
      </p:sp>
      <p:sp>
        <p:nvSpPr>
          <p:cNvPr id="1029" name="Google Shape;1029;p60"/>
          <p:cNvSpPr txBox="1"/>
          <p:nvPr>
            <p:ph idx="5" type="title"/>
          </p:nvPr>
        </p:nvSpPr>
        <p:spPr>
          <a:xfrm>
            <a:off x="1129950" y="3610580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Describe a challenge that might come up during the project</a:t>
            </a:r>
            <a:endParaRPr/>
          </a:p>
        </p:txBody>
      </p:sp>
      <p:sp>
        <p:nvSpPr>
          <p:cNvPr id="1030" name="Google Shape;1030;p60"/>
          <p:cNvSpPr txBox="1"/>
          <p:nvPr>
            <p:ph idx="15" type="title"/>
          </p:nvPr>
        </p:nvSpPr>
        <p:spPr>
          <a:xfrm>
            <a:off x="228600" y="4773281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Year/Quarter/Month</a:t>
            </a:r>
            <a:endParaRPr/>
          </a:p>
        </p:txBody>
      </p:sp>
      <p:sp>
        <p:nvSpPr>
          <p:cNvPr id="1031" name="Google Shape;1031;p60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1032" name="Google Shape;1032;p60"/>
          <p:cNvSpPr txBox="1"/>
          <p:nvPr>
            <p:ph idx="13" type="title"/>
          </p:nvPr>
        </p:nvSpPr>
        <p:spPr>
          <a:xfrm>
            <a:off x="115025" y="502775"/>
            <a:ext cx="64404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Facing the challenges ahead</a:t>
            </a:r>
            <a:endParaRPr/>
          </a:p>
        </p:txBody>
      </p:sp>
      <p:sp>
        <p:nvSpPr>
          <p:cNvPr id="1033" name="Google Shape;1033;p60"/>
          <p:cNvSpPr txBox="1"/>
          <p:nvPr>
            <p:ph idx="14" type="title"/>
          </p:nvPr>
        </p:nvSpPr>
        <p:spPr>
          <a:xfrm>
            <a:off x="228600" y="2127325"/>
            <a:ext cx="739800" cy="419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1034" name="Google Shape;1034;p60"/>
          <p:cNvSpPr txBox="1"/>
          <p:nvPr>
            <p:ph idx="16" type="title"/>
          </p:nvPr>
        </p:nvSpPr>
        <p:spPr>
          <a:xfrm>
            <a:off x="228600" y="2936225"/>
            <a:ext cx="739800" cy="419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1035" name="Google Shape;1035;p60"/>
          <p:cNvSpPr txBox="1"/>
          <p:nvPr>
            <p:ph idx="17" type="title"/>
          </p:nvPr>
        </p:nvSpPr>
        <p:spPr>
          <a:xfrm>
            <a:off x="228600" y="3745125"/>
            <a:ext cx="739800" cy="419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9" name="Shape 1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" name="Google Shape;1040;p61"/>
          <p:cNvSpPr txBox="1"/>
          <p:nvPr>
            <p:ph type="title"/>
          </p:nvPr>
        </p:nvSpPr>
        <p:spPr>
          <a:xfrm>
            <a:off x="37200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IBM Plex Sans Medium"/>
                <a:ea typeface="IBM Plex Sans Medium"/>
                <a:cs typeface="IBM Plex Sans Medium"/>
                <a:sym typeface="IBM Plex Sans Medium"/>
              </a:rPr>
              <a:t>Step 1</a:t>
            </a:r>
            <a:endParaRPr sz="12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Describe how the team will mitigate this challenge. Use</a:t>
            </a: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 specific and actionable steps. 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t/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</p:txBody>
      </p:sp>
      <p:sp>
        <p:nvSpPr>
          <p:cNvPr id="1041" name="Google Shape;1041;p61"/>
          <p:cNvSpPr txBox="1"/>
          <p:nvPr>
            <p:ph idx="2" type="title"/>
          </p:nvPr>
        </p:nvSpPr>
        <p:spPr>
          <a:xfrm>
            <a:off x="71489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IBM Plex Sans Medium"/>
                <a:ea typeface="IBM Plex Sans Medium"/>
                <a:cs typeface="IBM Plex Sans Medium"/>
                <a:sym typeface="IBM Plex Sans Medium"/>
              </a:rPr>
              <a:t>Step 3</a:t>
            </a:r>
            <a:endParaRPr sz="12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Describe how the team will mitigate this challenge. Use specific and actionable steps. 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t/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</p:txBody>
      </p:sp>
      <p:sp>
        <p:nvSpPr>
          <p:cNvPr id="1042" name="Google Shape;1042;p61"/>
          <p:cNvSpPr txBox="1"/>
          <p:nvPr>
            <p:ph idx="3" type="title"/>
          </p:nvPr>
        </p:nvSpPr>
        <p:spPr>
          <a:xfrm>
            <a:off x="543447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IBM Plex Sans Medium"/>
                <a:ea typeface="IBM Plex Sans Medium"/>
                <a:cs typeface="IBM Plex Sans Medium"/>
                <a:sym typeface="IBM Plex Sans Medium"/>
              </a:rPr>
              <a:t>Step 2</a:t>
            </a:r>
            <a:endParaRPr sz="12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Describe how the team will mitigate this challenge. Use specific and actionable steps. 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t/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</p:txBody>
      </p:sp>
      <p:sp>
        <p:nvSpPr>
          <p:cNvPr id="1043" name="Google Shape;1043;p61"/>
          <p:cNvSpPr txBox="1"/>
          <p:nvPr>
            <p:ph idx="5" type="title"/>
          </p:nvPr>
        </p:nvSpPr>
        <p:spPr>
          <a:xfrm>
            <a:off x="108300" y="1168075"/>
            <a:ext cx="3544500" cy="2275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Describe a challenge that might come up during the project.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4" name="Google Shape;1044;p61"/>
          <p:cNvSpPr txBox="1"/>
          <p:nvPr>
            <p:ph idx="4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1045" name="Google Shape;1045;p61"/>
          <p:cNvSpPr txBox="1"/>
          <p:nvPr>
            <p:ph idx="6" type="title"/>
          </p:nvPr>
        </p:nvSpPr>
        <p:spPr>
          <a:xfrm>
            <a:off x="3720025" y="1287875"/>
            <a:ext cx="42954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we’ll address or avoid this challenge</a:t>
            </a:r>
            <a:endParaRPr/>
          </a:p>
        </p:txBody>
      </p:sp>
      <p:sp>
        <p:nvSpPr>
          <p:cNvPr id="1046" name="Google Shape;1046;p61"/>
          <p:cNvSpPr txBox="1"/>
          <p:nvPr>
            <p:ph idx="7" type="title"/>
          </p:nvPr>
        </p:nvSpPr>
        <p:spPr>
          <a:xfrm>
            <a:off x="228600" y="4773281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Year/Quarter/Month</a:t>
            </a:r>
            <a:endParaRPr/>
          </a:p>
        </p:txBody>
      </p:sp>
      <p:sp>
        <p:nvSpPr>
          <p:cNvPr id="1047" name="Google Shape;1047;p61"/>
          <p:cNvSpPr/>
          <p:nvPr/>
        </p:nvSpPr>
        <p:spPr>
          <a:xfrm flipH="1" rot="10800000">
            <a:off x="3820750" y="1627625"/>
            <a:ext cx="53232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1" name="Shape 1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" name="Google Shape;1052;p62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Year/Quarter/Month</a:t>
            </a:r>
            <a:endParaRPr/>
          </a:p>
        </p:txBody>
      </p:sp>
      <p:sp>
        <p:nvSpPr>
          <p:cNvPr id="1053" name="Google Shape;1053;p62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</a:t>
            </a:r>
            <a:r>
              <a:rPr lang="en"/>
              <a:t> Name</a:t>
            </a:r>
            <a:endParaRPr/>
          </a:p>
        </p:txBody>
      </p:sp>
      <p:sp>
        <p:nvSpPr>
          <p:cNvPr id="1054" name="Google Shape;1054;p62"/>
          <p:cNvSpPr txBox="1"/>
          <p:nvPr>
            <p:ph idx="2" type="title"/>
          </p:nvPr>
        </p:nvSpPr>
        <p:spPr>
          <a:xfrm>
            <a:off x="115025" y="502775"/>
            <a:ext cx="4183800" cy="4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solution</a:t>
            </a:r>
            <a:endParaRPr/>
          </a:p>
        </p:txBody>
      </p:sp>
      <p:sp>
        <p:nvSpPr>
          <p:cNvPr id="1055" name="Google Shape;1055;p62"/>
          <p:cNvSpPr txBox="1"/>
          <p:nvPr>
            <p:ph idx="4294967295" type="subTitle"/>
          </p:nvPr>
        </p:nvSpPr>
        <p:spPr>
          <a:xfrm>
            <a:off x="115025" y="3386975"/>
            <a:ext cx="4142400" cy="137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Sora Light"/>
                <a:ea typeface="Sora Light"/>
                <a:cs typeface="Sora Light"/>
                <a:sym typeface="Sora Light"/>
              </a:rPr>
              <a:t>Introduce your project and explain how it addresses the challenges in the previous slide. </a:t>
            </a:r>
            <a:endParaRPr sz="1000"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000">
                <a:latin typeface="Sora Light"/>
                <a:ea typeface="Sora Light"/>
                <a:cs typeface="Sora Light"/>
                <a:sym typeface="Sora Light"/>
              </a:rPr>
              <a:t>Provide a high-level summary of what you’ll be discussing in this presentation. </a:t>
            </a:r>
            <a:endParaRPr sz="1000">
              <a:latin typeface="Sora Light"/>
              <a:ea typeface="Sora Light"/>
              <a:cs typeface="Sora Light"/>
              <a:sym typeface="Sora Light"/>
            </a:endParaRPr>
          </a:p>
        </p:txBody>
      </p:sp>
      <p:sp>
        <p:nvSpPr>
          <p:cNvPr id="1056" name="Google Shape;1056;p62"/>
          <p:cNvSpPr txBox="1"/>
          <p:nvPr>
            <p:ph idx="1" type="body"/>
          </p:nvPr>
        </p:nvSpPr>
        <p:spPr>
          <a:xfrm>
            <a:off x="115025" y="908975"/>
            <a:ext cx="5369100" cy="24780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"/>
              <a:t>This is where the project comes in: </a:t>
            </a:r>
            <a:r>
              <a:rPr lang="en"/>
              <a:t>solve the problems that you identified.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0" name="Shape 1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1" name="Google Shape;1061;p63"/>
          <p:cNvSpPr txBox="1"/>
          <p:nvPr>
            <p:ph type="title"/>
          </p:nvPr>
        </p:nvSpPr>
        <p:spPr>
          <a:xfrm>
            <a:off x="115025" y="502775"/>
            <a:ext cx="41838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solution</a:t>
            </a:r>
            <a:endParaRPr/>
          </a:p>
        </p:txBody>
      </p:sp>
      <p:sp>
        <p:nvSpPr>
          <p:cNvPr id="1062" name="Google Shape;1062;p63"/>
          <p:cNvSpPr txBox="1"/>
          <p:nvPr>
            <p:ph idx="1" type="body"/>
          </p:nvPr>
        </p:nvSpPr>
        <p:spPr>
          <a:xfrm>
            <a:off x="3511550" y="587150"/>
            <a:ext cx="4371600" cy="252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IBM Plex Sans Medium"/>
                <a:ea typeface="IBM Plex Sans Medium"/>
                <a:cs typeface="IBM Plex Sans Medium"/>
                <a:sym typeface="IBM Plex Sans Medium"/>
              </a:rPr>
              <a:t>This is where the project comes in: </a:t>
            </a:r>
            <a:r>
              <a:rPr lang="en" sz="1600">
                <a:latin typeface="IBM Plex Sans Medium"/>
                <a:ea typeface="IBM Plex Sans Medium"/>
                <a:cs typeface="IBM Plex Sans Medium"/>
                <a:sym typeface="IBM Plex Sans Medium"/>
              </a:rPr>
              <a:t>solve the problems that you identified.</a:t>
            </a:r>
            <a:endParaRPr sz="16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I</a:t>
            </a: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ntroduce your project and explain how it addresses the challenges in the previous slide.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Provide a high-level summary of what you’ll be discussing in this presentation. 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</p:txBody>
      </p:sp>
      <p:sp>
        <p:nvSpPr>
          <p:cNvPr id="1063" name="Google Shape;1063;p63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Year/Quarter/Month</a:t>
            </a:r>
            <a:endParaRPr/>
          </a:p>
        </p:txBody>
      </p:sp>
      <p:sp>
        <p:nvSpPr>
          <p:cNvPr id="1064" name="Google Shape;1064;p63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8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69" name="Google Shape;1069;p64"/>
          <p:cNvCxnSpPr/>
          <p:nvPr/>
        </p:nvCxnSpPr>
        <p:spPr>
          <a:xfrm>
            <a:off x="6708900" y="2914500"/>
            <a:ext cx="2441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0" name="Google Shape;1070;p64"/>
          <p:cNvCxnSpPr/>
          <p:nvPr/>
        </p:nvCxnSpPr>
        <p:spPr>
          <a:xfrm>
            <a:off x="6708900" y="3222160"/>
            <a:ext cx="2441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1" name="Google Shape;1071;p64"/>
          <p:cNvCxnSpPr/>
          <p:nvPr/>
        </p:nvCxnSpPr>
        <p:spPr>
          <a:xfrm>
            <a:off x="6708900" y="3529820"/>
            <a:ext cx="2441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2" name="Google Shape;1072;p64"/>
          <p:cNvCxnSpPr/>
          <p:nvPr/>
        </p:nvCxnSpPr>
        <p:spPr>
          <a:xfrm>
            <a:off x="6708900" y="3837480"/>
            <a:ext cx="2441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3" name="Google Shape;1073;p64"/>
          <p:cNvCxnSpPr/>
          <p:nvPr/>
        </p:nvCxnSpPr>
        <p:spPr>
          <a:xfrm>
            <a:off x="6708900" y="4145140"/>
            <a:ext cx="2441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4" name="Google Shape;1074;p64"/>
          <p:cNvCxnSpPr/>
          <p:nvPr/>
        </p:nvCxnSpPr>
        <p:spPr>
          <a:xfrm>
            <a:off x="6708900" y="4452800"/>
            <a:ext cx="2441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A woman thinks looking away from the camera while standing in front of a yellow background" id="1075" name="Google Shape;1075;p64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41486" l="45537" r="21627" t="7041"/>
          <a:stretch/>
        </p:blipFill>
        <p:spPr>
          <a:xfrm>
            <a:off x="6702600" y="-16150"/>
            <a:ext cx="2441400" cy="2574602"/>
          </a:xfrm>
          <a:prstGeom prst="rect">
            <a:avLst/>
          </a:prstGeom>
        </p:spPr>
      </p:pic>
      <p:sp>
        <p:nvSpPr>
          <p:cNvPr id="1076" name="Google Shape;1076;p64"/>
          <p:cNvSpPr txBox="1"/>
          <p:nvPr>
            <p:ph idx="13" type="subTitle"/>
          </p:nvPr>
        </p:nvSpPr>
        <p:spPr>
          <a:xfrm>
            <a:off x="6751650" y="2622458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/>
              <a:t>Role</a:t>
            </a:r>
            <a:endParaRPr/>
          </a:p>
        </p:txBody>
      </p:sp>
      <p:sp>
        <p:nvSpPr>
          <p:cNvPr id="1077" name="Google Shape;1077;p64"/>
          <p:cNvSpPr txBox="1"/>
          <p:nvPr>
            <p:ph idx="14" type="subTitle"/>
          </p:nvPr>
        </p:nvSpPr>
        <p:spPr>
          <a:xfrm>
            <a:off x="6751650" y="2931064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/>
              <a:t>Age</a:t>
            </a:r>
            <a:endParaRPr/>
          </a:p>
        </p:txBody>
      </p:sp>
      <p:sp>
        <p:nvSpPr>
          <p:cNvPr id="1078" name="Google Shape;1078;p64"/>
          <p:cNvSpPr txBox="1"/>
          <p:nvPr>
            <p:ph idx="15" type="subTitle"/>
          </p:nvPr>
        </p:nvSpPr>
        <p:spPr>
          <a:xfrm>
            <a:off x="6751650" y="3234998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/>
              <a:t>Profession</a:t>
            </a:r>
            <a:endParaRPr/>
          </a:p>
        </p:txBody>
      </p:sp>
      <p:sp>
        <p:nvSpPr>
          <p:cNvPr id="1079" name="Google Shape;1079;p64"/>
          <p:cNvSpPr txBox="1"/>
          <p:nvPr>
            <p:ph idx="16" type="subTitle"/>
          </p:nvPr>
        </p:nvSpPr>
        <p:spPr>
          <a:xfrm>
            <a:off x="6751650" y="3543604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/>
              <a:t>Location</a:t>
            </a:r>
            <a:endParaRPr/>
          </a:p>
        </p:txBody>
      </p:sp>
      <p:sp>
        <p:nvSpPr>
          <p:cNvPr id="1080" name="Google Shape;1080;p64"/>
          <p:cNvSpPr txBox="1"/>
          <p:nvPr>
            <p:ph idx="17" type="subTitle"/>
          </p:nvPr>
        </p:nvSpPr>
        <p:spPr>
          <a:xfrm>
            <a:off x="6751650" y="3852210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/>
              <a:t>Motivation</a:t>
            </a:r>
            <a:endParaRPr/>
          </a:p>
        </p:txBody>
      </p:sp>
      <p:sp>
        <p:nvSpPr>
          <p:cNvPr id="1081" name="Google Shape;1081;p64"/>
          <p:cNvSpPr txBox="1"/>
          <p:nvPr>
            <p:ph idx="18" type="subTitle"/>
          </p:nvPr>
        </p:nvSpPr>
        <p:spPr>
          <a:xfrm>
            <a:off x="6751650" y="4160816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/>
              <a:t>Education</a:t>
            </a:r>
            <a:endParaRPr/>
          </a:p>
        </p:txBody>
      </p:sp>
      <p:sp>
        <p:nvSpPr>
          <p:cNvPr id="1082" name="Google Shape;1082;p64"/>
          <p:cNvSpPr txBox="1"/>
          <p:nvPr>
            <p:ph type="title"/>
          </p:nvPr>
        </p:nvSpPr>
        <p:spPr>
          <a:xfrm>
            <a:off x="3656050" y="1739375"/>
            <a:ext cx="2960700" cy="23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/>
              <a:t>Motivations</a:t>
            </a:r>
            <a:endParaRPr/>
          </a:p>
        </p:txBody>
      </p:sp>
      <p:sp>
        <p:nvSpPr>
          <p:cNvPr id="1083" name="Google Shape;1083;p64"/>
          <p:cNvSpPr txBox="1"/>
          <p:nvPr>
            <p:ph idx="4" type="title"/>
          </p:nvPr>
        </p:nvSpPr>
        <p:spPr>
          <a:xfrm>
            <a:off x="3656050" y="2786778"/>
            <a:ext cx="29607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/>
              <a:t>Tech skills</a:t>
            </a:r>
            <a:endParaRPr/>
          </a:p>
        </p:txBody>
      </p:sp>
      <p:sp>
        <p:nvSpPr>
          <p:cNvPr id="1084" name="Google Shape;1084;p64"/>
          <p:cNvSpPr txBox="1"/>
          <p:nvPr>
            <p:ph idx="5" type="title"/>
          </p:nvPr>
        </p:nvSpPr>
        <p:spPr>
          <a:xfrm>
            <a:off x="3624425" y="4231975"/>
            <a:ext cx="900600" cy="338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/>
              <a:t>Favorite brands</a:t>
            </a:r>
            <a:endParaRPr/>
          </a:p>
        </p:txBody>
      </p:sp>
      <p:sp>
        <p:nvSpPr>
          <p:cNvPr id="1085" name="Google Shape;1085;p64"/>
          <p:cNvSpPr txBox="1"/>
          <p:nvPr/>
        </p:nvSpPr>
        <p:spPr>
          <a:xfrm>
            <a:off x="5458588" y="1909288"/>
            <a:ext cx="1214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rPr>
              <a:t>Driver 1</a:t>
            </a:r>
            <a:endParaRPr sz="1000">
              <a:solidFill>
                <a:schemeClr val="dk2"/>
              </a:solidFill>
              <a:latin typeface="Sora ExtraLight"/>
              <a:ea typeface="Sora ExtraLight"/>
              <a:cs typeface="Sora ExtraLight"/>
              <a:sym typeface="Sora ExtraLight"/>
            </a:endParaRPr>
          </a:p>
        </p:txBody>
      </p:sp>
      <p:sp>
        <p:nvSpPr>
          <p:cNvPr id="1086" name="Google Shape;1086;p64"/>
          <p:cNvSpPr txBox="1"/>
          <p:nvPr/>
        </p:nvSpPr>
        <p:spPr>
          <a:xfrm>
            <a:off x="5458588" y="2146350"/>
            <a:ext cx="1214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rPr>
              <a:t>Driver 2</a:t>
            </a:r>
            <a:endParaRPr sz="1000">
              <a:solidFill>
                <a:schemeClr val="dk2"/>
              </a:solidFill>
              <a:latin typeface="Sora ExtraLight"/>
              <a:ea typeface="Sora ExtraLight"/>
              <a:cs typeface="Sora ExtraLight"/>
              <a:sym typeface="Sora ExtraLight"/>
            </a:endParaRPr>
          </a:p>
        </p:txBody>
      </p:sp>
      <p:sp>
        <p:nvSpPr>
          <p:cNvPr id="1087" name="Google Shape;1087;p64"/>
          <p:cNvSpPr txBox="1"/>
          <p:nvPr/>
        </p:nvSpPr>
        <p:spPr>
          <a:xfrm>
            <a:off x="5458588" y="2383413"/>
            <a:ext cx="1214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rPr>
              <a:t>Driver 3</a:t>
            </a:r>
            <a:endParaRPr sz="1000">
              <a:solidFill>
                <a:schemeClr val="dk2"/>
              </a:solidFill>
              <a:latin typeface="Sora ExtraLight"/>
              <a:ea typeface="Sora ExtraLight"/>
              <a:cs typeface="Sora ExtraLight"/>
              <a:sym typeface="Sora ExtraLight"/>
            </a:endParaRPr>
          </a:p>
        </p:txBody>
      </p:sp>
      <p:grpSp>
        <p:nvGrpSpPr>
          <p:cNvPr id="1088" name="Google Shape;1088;p64"/>
          <p:cNvGrpSpPr/>
          <p:nvPr/>
        </p:nvGrpSpPr>
        <p:grpSpPr>
          <a:xfrm>
            <a:off x="3748738" y="2046543"/>
            <a:ext cx="1710600" cy="545260"/>
            <a:chOff x="3748738" y="2046543"/>
            <a:chExt cx="1710600" cy="545260"/>
          </a:xfrm>
        </p:grpSpPr>
        <p:sp>
          <p:nvSpPr>
            <p:cNvPr id="1089" name="Google Shape;1089;p64"/>
            <p:cNvSpPr/>
            <p:nvPr/>
          </p:nvSpPr>
          <p:spPr>
            <a:xfrm>
              <a:off x="3748738" y="2046543"/>
              <a:ext cx="1710600" cy="651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090" name="Google Shape;1090;p64"/>
            <p:cNvSpPr/>
            <p:nvPr/>
          </p:nvSpPr>
          <p:spPr>
            <a:xfrm>
              <a:off x="3748738" y="2046579"/>
              <a:ext cx="1003800" cy="65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091" name="Google Shape;1091;p64"/>
            <p:cNvSpPr/>
            <p:nvPr/>
          </p:nvSpPr>
          <p:spPr>
            <a:xfrm>
              <a:off x="3748738" y="2284656"/>
              <a:ext cx="1710600" cy="651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092" name="Google Shape;1092;p64"/>
            <p:cNvSpPr/>
            <p:nvPr/>
          </p:nvSpPr>
          <p:spPr>
            <a:xfrm>
              <a:off x="3748738" y="2284674"/>
              <a:ext cx="727800" cy="65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093" name="Google Shape;1093;p64"/>
            <p:cNvSpPr/>
            <p:nvPr/>
          </p:nvSpPr>
          <p:spPr>
            <a:xfrm>
              <a:off x="3748738" y="2526703"/>
              <a:ext cx="1710600" cy="651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094" name="Google Shape;1094;p64"/>
            <p:cNvSpPr/>
            <p:nvPr/>
          </p:nvSpPr>
          <p:spPr>
            <a:xfrm>
              <a:off x="3748738" y="2526703"/>
              <a:ext cx="1500900" cy="65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1095" name="Google Shape;1095;p64"/>
          <p:cNvGrpSpPr/>
          <p:nvPr/>
        </p:nvGrpSpPr>
        <p:grpSpPr>
          <a:xfrm>
            <a:off x="3656038" y="3141525"/>
            <a:ext cx="2516575" cy="949513"/>
            <a:chOff x="3656038" y="3141525"/>
            <a:chExt cx="2516575" cy="949513"/>
          </a:xfrm>
        </p:grpSpPr>
        <p:sp>
          <p:nvSpPr>
            <p:cNvPr id="1096" name="Google Shape;1096;p64"/>
            <p:cNvSpPr/>
            <p:nvPr/>
          </p:nvSpPr>
          <p:spPr>
            <a:xfrm>
              <a:off x="3748513" y="3144008"/>
              <a:ext cx="122400" cy="1224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097" name="Google Shape;1097;p64"/>
            <p:cNvSpPr/>
            <p:nvPr/>
          </p:nvSpPr>
          <p:spPr>
            <a:xfrm>
              <a:off x="3907344" y="3144008"/>
              <a:ext cx="122400" cy="1224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098" name="Google Shape;1098;p64"/>
            <p:cNvSpPr/>
            <p:nvPr/>
          </p:nvSpPr>
          <p:spPr>
            <a:xfrm>
              <a:off x="4066176" y="3144008"/>
              <a:ext cx="122400" cy="122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099" name="Google Shape;1099;p64"/>
            <p:cNvSpPr/>
            <p:nvPr/>
          </p:nvSpPr>
          <p:spPr>
            <a:xfrm>
              <a:off x="4225008" y="3144008"/>
              <a:ext cx="122400" cy="122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100" name="Google Shape;1100;p64"/>
            <p:cNvSpPr/>
            <p:nvPr/>
          </p:nvSpPr>
          <p:spPr>
            <a:xfrm>
              <a:off x="4383840" y="3144008"/>
              <a:ext cx="122400" cy="122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101" name="Google Shape;1101;p64"/>
            <p:cNvSpPr/>
            <p:nvPr/>
          </p:nvSpPr>
          <p:spPr>
            <a:xfrm>
              <a:off x="3748513" y="3659717"/>
              <a:ext cx="122400" cy="1224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102" name="Google Shape;1102;p64"/>
            <p:cNvSpPr/>
            <p:nvPr/>
          </p:nvSpPr>
          <p:spPr>
            <a:xfrm>
              <a:off x="3907344" y="3659717"/>
              <a:ext cx="122400" cy="1224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103" name="Google Shape;1103;p64"/>
            <p:cNvSpPr/>
            <p:nvPr/>
          </p:nvSpPr>
          <p:spPr>
            <a:xfrm>
              <a:off x="4066176" y="3659717"/>
              <a:ext cx="122400" cy="1224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104" name="Google Shape;1104;p64"/>
            <p:cNvSpPr/>
            <p:nvPr/>
          </p:nvSpPr>
          <p:spPr>
            <a:xfrm>
              <a:off x="4225008" y="3659717"/>
              <a:ext cx="122400" cy="122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105" name="Google Shape;1105;p64"/>
            <p:cNvSpPr/>
            <p:nvPr/>
          </p:nvSpPr>
          <p:spPr>
            <a:xfrm>
              <a:off x="4383840" y="3659717"/>
              <a:ext cx="122400" cy="122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106" name="Google Shape;1106;p64"/>
            <p:cNvSpPr/>
            <p:nvPr/>
          </p:nvSpPr>
          <p:spPr>
            <a:xfrm>
              <a:off x="5076478" y="3141525"/>
              <a:ext cx="122400" cy="12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107" name="Google Shape;1107;p64"/>
            <p:cNvSpPr/>
            <p:nvPr/>
          </p:nvSpPr>
          <p:spPr>
            <a:xfrm>
              <a:off x="5235310" y="3141525"/>
              <a:ext cx="122400" cy="12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108" name="Google Shape;1108;p64"/>
            <p:cNvSpPr/>
            <p:nvPr/>
          </p:nvSpPr>
          <p:spPr>
            <a:xfrm>
              <a:off x="5394142" y="3141525"/>
              <a:ext cx="122400" cy="12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109" name="Google Shape;1109;p64"/>
            <p:cNvSpPr/>
            <p:nvPr/>
          </p:nvSpPr>
          <p:spPr>
            <a:xfrm>
              <a:off x="5552973" y="3141525"/>
              <a:ext cx="122400" cy="12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110" name="Google Shape;1110;p64"/>
            <p:cNvSpPr/>
            <p:nvPr/>
          </p:nvSpPr>
          <p:spPr>
            <a:xfrm>
              <a:off x="5711805" y="3141525"/>
              <a:ext cx="122400" cy="122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111" name="Google Shape;1111;p64"/>
            <p:cNvSpPr/>
            <p:nvPr/>
          </p:nvSpPr>
          <p:spPr>
            <a:xfrm>
              <a:off x="5076466" y="3659708"/>
              <a:ext cx="122400" cy="1224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112" name="Google Shape;1112;p64"/>
            <p:cNvSpPr/>
            <p:nvPr/>
          </p:nvSpPr>
          <p:spPr>
            <a:xfrm>
              <a:off x="5235297" y="3659708"/>
              <a:ext cx="122400" cy="1224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113" name="Google Shape;1113;p64"/>
            <p:cNvSpPr/>
            <p:nvPr/>
          </p:nvSpPr>
          <p:spPr>
            <a:xfrm>
              <a:off x="5394129" y="3659708"/>
              <a:ext cx="122400" cy="122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114" name="Google Shape;1114;p64"/>
            <p:cNvSpPr/>
            <p:nvPr/>
          </p:nvSpPr>
          <p:spPr>
            <a:xfrm>
              <a:off x="5552961" y="3659708"/>
              <a:ext cx="122400" cy="122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115" name="Google Shape;1115;p64"/>
            <p:cNvSpPr/>
            <p:nvPr/>
          </p:nvSpPr>
          <p:spPr>
            <a:xfrm>
              <a:off x="5711793" y="3659708"/>
              <a:ext cx="122400" cy="122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116" name="Google Shape;1116;p64"/>
            <p:cNvSpPr txBox="1"/>
            <p:nvPr/>
          </p:nvSpPr>
          <p:spPr>
            <a:xfrm>
              <a:off x="3656038" y="3770938"/>
              <a:ext cx="1214400" cy="32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2"/>
                  </a:solidFill>
                  <a:latin typeface="Sora ExtraLight"/>
                  <a:ea typeface="Sora ExtraLight"/>
                  <a:cs typeface="Sora ExtraLight"/>
                  <a:sym typeface="Sora ExtraLight"/>
                </a:rPr>
                <a:t>App 1</a:t>
              </a:r>
              <a:endPara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endParaRPr>
            </a:p>
          </p:txBody>
        </p:sp>
        <p:sp>
          <p:nvSpPr>
            <p:cNvPr id="1117" name="Google Shape;1117;p64"/>
            <p:cNvSpPr txBox="1"/>
            <p:nvPr/>
          </p:nvSpPr>
          <p:spPr>
            <a:xfrm>
              <a:off x="4956163" y="3770938"/>
              <a:ext cx="1214400" cy="32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2"/>
                  </a:solidFill>
                  <a:latin typeface="Sora ExtraLight"/>
                  <a:ea typeface="Sora ExtraLight"/>
                  <a:cs typeface="Sora ExtraLight"/>
                  <a:sym typeface="Sora ExtraLight"/>
                </a:rPr>
                <a:t>App 2</a:t>
              </a:r>
              <a:endPara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endParaRPr>
            </a:p>
          </p:txBody>
        </p:sp>
        <p:sp>
          <p:nvSpPr>
            <p:cNvPr id="1118" name="Google Shape;1118;p64"/>
            <p:cNvSpPr txBox="1"/>
            <p:nvPr/>
          </p:nvSpPr>
          <p:spPr>
            <a:xfrm>
              <a:off x="3658088" y="3266900"/>
              <a:ext cx="1214400" cy="32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2"/>
                  </a:solidFill>
                  <a:latin typeface="Sora ExtraLight"/>
                  <a:ea typeface="Sora ExtraLight"/>
                  <a:cs typeface="Sora ExtraLight"/>
                  <a:sym typeface="Sora ExtraLight"/>
                </a:rPr>
                <a:t>Device 1</a:t>
              </a:r>
              <a:endPara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endParaRPr>
            </a:p>
          </p:txBody>
        </p:sp>
        <p:sp>
          <p:nvSpPr>
            <p:cNvPr id="1119" name="Google Shape;1119;p64"/>
            <p:cNvSpPr txBox="1"/>
            <p:nvPr/>
          </p:nvSpPr>
          <p:spPr>
            <a:xfrm>
              <a:off x="4958213" y="3266900"/>
              <a:ext cx="1214400" cy="32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2"/>
                  </a:solidFill>
                  <a:latin typeface="Sora ExtraLight"/>
                  <a:ea typeface="Sora ExtraLight"/>
                  <a:cs typeface="Sora ExtraLight"/>
                  <a:sym typeface="Sora ExtraLight"/>
                </a:rPr>
                <a:t>Device 2</a:t>
              </a:r>
              <a:endPara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endParaRPr>
            </a:p>
          </p:txBody>
        </p:sp>
      </p:grpSp>
      <p:sp>
        <p:nvSpPr>
          <p:cNvPr id="1120" name="Google Shape;1120;p64"/>
          <p:cNvSpPr txBox="1"/>
          <p:nvPr/>
        </p:nvSpPr>
        <p:spPr>
          <a:xfrm>
            <a:off x="4525050" y="4250575"/>
            <a:ext cx="817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rPr>
              <a:t>Add logo</a:t>
            </a:r>
            <a:endParaRPr b="1" sz="1000">
              <a:solidFill>
                <a:schemeClr val="accent5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21" name="Google Shape;1121;p64"/>
          <p:cNvSpPr txBox="1"/>
          <p:nvPr/>
        </p:nvSpPr>
        <p:spPr>
          <a:xfrm>
            <a:off x="5533113" y="4250575"/>
            <a:ext cx="817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rPr>
              <a:t>Add logo</a:t>
            </a:r>
            <a:endParaRPr b="1" sz="1000">
              <a:solidFill>
                <a:schemeClr val="accent5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22" name="Google Shape;1122;p64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1123" name="Google Shape;1123;p64"/>
          <p:cNvSpPr txBox="1"/>
          <p:nvPr>
            <p:ph idx="8" type="title"/>
          </p:nvPr>
        </p:nvSpPr>
        <p:spPr>
          <a:xfrm>
            <a:off x="115025" y="473240"/>
            <a:ext cx="6055500" cy="5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Persona name</a:t>
            </a:r>
            <a:endParaRPr/>
          </a:p>
        </p:txBody>
      </p:sp>
      <p:sp>
        <p:nvSpPr>
          <p:cNvPr id="1124" name="Google Shape;1124;p64"/>
          <p:cNvSpPr txBox="1"/>
          <p:nvPr>
            <p:ph idx="1" type="subTitle"/>
          </p:nvPr>
        </p:nvSpPr>
        <p:spPr>
          <a:xfrm>
            <a:off x="115025" y="1739375"/>
            <a:ext cx="3460800" cy="17766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Think</a:t>
            </a:r>
            <a:r>
              <a:rPr lang="en"/>
              <a:t> about a hypothetical user or customer (a persona) who represents an audience segment. Introduce your persona, who they are and where they come from.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/>
              <a:t>The individual might be fictional, but the insights should be derived from your audience research.</a:t>
            </a:r>
            <a:endParaRPr/>
          </a:p>
        </p:txBody>
      </p:sp>
      <p:sp>
        <p:nvSpPr>
          <p:cNvPr id="1125" name="Google Shape;1125;p64"/>
          <p:cNvSpPr txBox="1"/>
          <p:nvPr>
            <p:ph idx="3" type="subTitle"/>
          </p:nvPr>
        </p:nvSpPr>
        <p:spPr>
          <a:xfrm>
            <a:off x="115025" y="3869063"/>
            <a:ext cx="3460800" cy="8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32080" lvl="0" marL="1828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AutoNum type="arabicPeriod"/>
            </a:pPr>
            <a:r>
              <a:rPr lang="en"/>
              <a:t>What do they want to achieve?</a:t>
            </a:r>
            <a:endParaRPr/>
          </a:p>
          <a:p>
            <a:pPr indent="-132080" lvl="0" marL="1828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AutoNum type="arabicPeriod"/>
            </a:pPr>
            <a:r>
              <a:rPr lang="en"/>
              <a:t>What do they care about?</a:t>
            </a:r>
            <a:endParaRPr/>
          </a:p>
          <a:p>
            <a:pPr indent="-132080" lvl="0" marL="1828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AutoNum type="arabicPeriod"/>
            </a:pPr>
            <a:r>
              <a:rPr lang="en"/>
              <a:t>What solutions are they looking for?</a:t>
            </a:r>
            <a:endParaRPr/>
          </a:p>
        </p:txBody>
      </p:sp>
      <p:sp>
        <p:nvSpPr>
          <p:cNvPr id="1126" name="Google Shape;1126;p64"/>
          <p:cNvSpPr txBox="1"/>
          <p:nvPr>
            <p:ph idx="6" type="title"/>
          </p:nvPr>
        </p:nvSpPr>
        <p:spPr>
          <a:xfrm>
            <a:off x="115025" y="1079975"/>
            <a:ext cx="6055500" cy="5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“Quote the persona on their needs and wants. This can be a fictional line or an excerpt from a user interview.”</a:t>
            </a:r>
            <a:endParaRPr/>
          </a:p>
        </p:txBody>
      </p:sp>
      <p:sp>
        <p:nvSpPr>
          <p:cNvPr id="1127" name="Google Shape;1127;p64"/>
          <p:cNvSpPr txBox="1"/>
          <p:nvPr>
            <p:ph idx="9" type="title"/>
          </p:nvPr>
        </p:nvSpPr>
        <p:spPr>
          <a:xfrm>
            <a:off x="115025" y="3631463"/>
            <a:ext cx="3460800" cy="237600"/>
          </a:xfrm>
          <a:prstGeom prst="rect">
            <a:avLst/>
          </a:prstGeom>
        </p:spPr>
        <p:txBody>
          <a:bodyPr anchorCtr="0" anchor="t" bIns="0" lIns="91425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/>
              <a:t>Goals</a:t>
            </a:r>
            <a:endParaRPr/>
          </a:p>
        </p:txBody>
      </p:sp>
      <p:sp>
        <p:nvSpPr>
          <p:cNvPr id="1128" name="Google Shape;1128;p64"/>
          <p:cNvSpPr txBox="1"/>
          <p:nvPr>
            <p:ph idx="19" type="title"/>
          </p:nvPr>
        </p:nvSpPr>
        <p:spPr>
          <a:xfrm>
            <a:off x="228600" y="4773281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Year/Quarter/Month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2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woman in pink sweater smiles at camera" id="1133" name="Google Shape;1133;p65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12612" r="44763" t="0"/>
          <a:stretch/>
        </p:blipFill>
        <p:spPr>
          <a:xfrm>
            <a:off x="5457500" y="0"/>
            <a:ext cx="3686400" cy="5143501"/>
          </a:xfrm>
          <a:prstGeom prst="rect">
            <a:avLst/>
          </a:prstGeom>
        </p:spPr>
      </p:pic>
      <p:sp>
        <p:nvSpPr>
          <p:cNvPr id="1134" name="Google Shape;1134;p65"/>
          <p:cNvSpPr txBox="1"/>
          <p:nvPr>
            <p:ph idx="1" type="body"/>
          </p:nvPr>
        </p:nvSpPr>
        <p:spPr>
          <a:xfrm>
            <a:off x="115025" y="1743625"/>
            <a:ext cx="20940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IBM Plex Sans Medium"/>
                <a:ea typeface="IBM Plex Sans Medium"/>
                <a:cs typeface="IBM Plex Sans Medium"/>
                <a:sym typeface="IBM Plex Sans Medium"/>
              </a:rPr>
              <a:t>Persona name</a:t>
            </a:r>
            <a:endParaRPr sz="12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Introduce a persona, or fictional character, that represents your target audience.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Age: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n"/>
              <a:t>Profession:</a:t>
            </a:r>
            <a:endParaRPr/>
          </a:p>
        </p:txBody>
      </p:sp>
      <p:sp>
        <p:nvSpPr>
          <p:cNvPr id="1135" name="Google Shape;1135;p65"/>
          <p:cNvSpPr txBox="1"/>
          <p:nvPr>
            <p:ph idx="3" type="body"/>
          </p:nvPr>
        </p:nvSpPr>
        <p:spPr>
          <a:xfrm>
            <a:off x="2276600" y="1743625"/>
            <a:ext cx="29049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Sora Medium"/>
                <a:ea typeface="Sora Medium"/>
                <a:cs typeface="Sora Medium"/>
                <a:sym typeface="Sora Medium"/>
              </a:rPr>
              <a:t>Needs and motivations</a:t>
            </a:r>
            <a:endParaRPr sz="1200">
              <a:latin typeface="Sora Medium"/>
              <a:ea typeface="Sora Medium"/>
              <a:cs typeface="Sora Medium"/>
              <a:sym typeface="Sora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What does your persona want, and what do they care about?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Sora Medium"/>
                <a:ea typeface="Sora Medium"/>
                <a:cs typeface="Sora Medium"/>
                <a:sym typeface="Sora Medium"/>
              </a:rPr>
              <a:t>Pain points</a:t>
            </a:r>
            <a:endParaRPr sz="1200">
              <a:latin typeface="Sora Medium"/>
              <a:ea typeface="Sora Medium"/>
              <a:cs typeface="Sora Medium"/>
              <a:sym typeface="Sora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What challenges does your persona face? What are their concerns?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ra"/>
              <a:ea typeface="Sora"/>
              <a:cs typeface="Sora"/>
              <a:sym typeface="Sor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Sora Medium"/>
                <a:ea typeface="Sora Medium"/>
                <a:cs typeface="Sora Medium"/>
                <a:sym typeface="Sora Medium"/>
              </a:rPr>
              <a:t>How we can help</a:t>
            </a:r>
            <a:endParaRPr sz="1200">
              <a:latin typeface="Sora Medium"/>
              <a:ea typeface="Sora Medium"/>
              <a:cs typeface="Sora Medium"/>
              <a:sym typeface="Sora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Describe how your product meets the needs of your persona and addresses their pain points.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6" name="Google Shape;1136;p6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1137" name="Google Shape;1137;p65"/>
          <p:cNvSpPr txBox="1"/>
          <p:nvPr>
            <p:ph idx="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Year/Quarter/Month</a:t>
            </a:r>
            <a:endParaRPr/>
          </a:p>
        </p:txBody>
      </p:sp>
      <p:sp>
        <p:nvSpPr>
          <p:cNvPr id="1138" name="Google Shape;1138;p65"/>
          <p:cNvSpPr txBox="1"/>
          <p:nvPr>
            <p:ph idx="4" type="title"/>
          </p:nvPr>
        </p:nvSpPr>
        <p:spPr>
          <a:xfrm>
            <a:off x="115025" y="502775"/>
            <a:ext cx="5125500" cy="118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Introduce your persona or target audience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2" name="Shape 1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3" name="Google Shape;1143;p66"/>
          <p:cNvSpPr txBox="1"/>
          <p:nvPr>
            <p:ph idx="14" type="title"/>
          </p:nvPr>
        </p:nvSpPr>
        <p:spPr>
          <a:xfrm>
            <a:off x="228600" y="4773281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Year/Quarter/Month</a:t>
            </a:r>
            <a:endParaRPr/>
          </a:p>
        </p:txBody>
      </p:sp>
      <p:sp>
        <p:nvSpPr>
          <p:cNvPr id="1144" name="Google Shape;1144;p66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1145" name="Google Shape;1145;p66"/>
          <p:cNvSpPr txBox="1"/>
          <p:nvPr>
            <p:ph idx="3" type="title"/>
          </p:nvPr>
        </p:nvSpPr>
        <p:spPr>
          <a:xfrm>
            <a:off x="115025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Communication objectives</a:t>
            </a:r>
            <a:endParaRPr/>
          </a:p>
        </p:txBody>
      </p:sp>
      <p:sp>
        <p:nvSpPr>
          <p:cNvPr id="1146" name="Google Shape;1146;p66"/>
          <p:cNvSpPr txBox="1"/>
          <p:nvPr>
            <p:ph idx="5" type="title"/>
          </p:nvPr>
        </p:nvSpPr>
        <p:spPr>
          <a:xfrm>
            <a:off x="5169188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Business objectives</a:t>
            </a:r>
            <a:endParaRPr/>
          </a:p>
        </p:txBody>
      </p:sp>
      <p:sp>
        <p:nvSpPr>
          <p:cNvPr id="1147" name="Google Shape;1147;p66"/>
          <p:cNvSpPr txBox="1"/>
          <p:nvPr>
            <p:ph idx="2" type="title"/>
          </p:nvPr>
        </p:nvSpPr>
        <p:spPr>
          <a:xfrm>
            <a:off x="115025" y="502775"/>
            <a:ext cx="6055500" cy="118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we’ll measure the success of this project</a:t>
            </a:r>
            <a:endParaRPr/>
          </a:p>
        </p:txBody>
      </p:sp>
      <p:sp>
        <p:nvSpPr>
          <p:cNvPr id="1148" name="Google Shape;1148;p66"/>
          <p:cNvSpPr txBox="1"/>
          <p:nvPr>
            <p:ph idx="4" type="title"/>
          </p:nvPr>
        </p:nvSpPr>
        <p:spPr>
          <a:xfrm>
            <a:off x="2634200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Marketing objectives</a:t>
            </a:r>
            <a:endParaRPr/>
          </a:p>
        </p:txBody>
      </p:sp>
      <p:sp>
        <p:nvSpPr>
          <p:cNvPr id="1149" name="Google Shape;1149;p66"/>
          <p:cNvSpPr txBox="1"/>
          <p:nvPr>
            <p:ph idx="6" type="body"/>
          </p:nvPr>
        </p:nvSpPr>
        <p:spPr>
          <a:xfrm>
            <a:off x="115025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brief description of the key performance indicator (KPI)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Sora Medium"/>
                <a:ea typeface="Sora Medium"/>
                <a:cs typeface="Sora Medium"/>
                <a:sym typeface="Sora Medium"/>
              </a:rPr>
              <a:t>Goal: 00%</a:t>
            </a:r>
            <a:endParaRPr>
              <a:solidFill>
                <a:schemeClr val="accent3"/>
              </a:solidFill>
              <a:latin typeface="Sora Medium"/>
              <a:ea typeface="Sora Medium"/>
              <a:cs typeface="Sora Medium"/>
              <a:sym typeface="Sora Medium"/>
            </a:endParaRPr>
          </a:p>
        </p:txBody>
      </p:sp>
      <p:sp>
        <p:nvSpPr>
          <p:cNvPr id="1150" name="Google Shape;1150;p66"/>
          <p:cNvSpPr txBox="1"/>
          <p:nvPr>
            <p:ph idx="9" type="body"/>
          </p:nvPr>
        </p:nvSpPr>
        <p:spPr>
          <a:xfrm>
            <a:off x="5169188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brief description of the key performance indicator (KPI)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6"/>
                </a:solidFill>
                <a:latin typeface="Sora Medium"/>
                <a:ea typeface="Sora Medium"/>
                <a:cs typeface="Sora Medium"/>
                <a:sym typeface="Sora Medium"/>
              </a:rPr>
              <a:t>Goal: 00%</a:t>
            </a:r>
            <a:endParaRPr>
              <a:solidFill>
                <a:schemeClr val="accent6"/>
              </a:solidFill>
              <a:latin typeface="Sora Medium"/>
              <a:ea typeface="Sora Medium"/>
              <a:cs typeface="Sora Medium"/>
              <a:sym typeface="Sora Medium"/>
            </a:endParaRPr>
          </a:p>
        </p:txBody>
      </p:sp>
      <p:sp>
        <p:nvSpPr>
          <p:cNvPr id="1151" name="Google Shape;1151;p66"/>
          <p:cNvSpPr txBox="1"/>
          <p:nvPr>
            <p:ph idx="13" type="body"/>
          </p:nvPr>
        </p:nvSpPr>
        <p:spPr>
          <a:xfrm>
            <a:off x="5169188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brief description of the key performance indicator (KPI)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6"/>
                </a:solidFill>
                <a:latin typeface="Sora Medium"/>
                <a:ea typeface="Sora Medium"/>
                <a:cs typeface="Sora Medium"/>
                <a:sym typeface="Sora Medium"/>
              </a:rPr>
              <a:t>Goal: 00%</a:t>
            </a:r>
            <a:endParaRPr>
              <a:solidFill>
                <a:schemeClr val="accent6"/>
              </a:solidFill>
              <a:latin typeface="Sora Medium"/>
              <a:ea typeface="Sora Medium"/>
              <a:cs typeface="Sora Medium"/>
              <a:sym typeface="Sora Medium"/>
            </a:endParaRPr>
          </a:p>
        </p:txBody>
      </p:sp>
      <p:sp>
        <p:nvSpPr>
          <p:cNvPr id="1152" name="Google Shape;1152;p66"/>
          <p:cNvSpPr txBox="1"/>
          <p:nvPr>
            <p:ph idx="1" type="body"/>
          </p:nvPr>
        </p:nvSpPr>
        <p:spPr>
          <a:xfrm>
            <a:off x="115025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brief description of the key performance indicator (KPI)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Sora Medium"/>
                <a:ea typeface="Sora Medium"/>
                <a:cs typeface="Sora Medium"/>
                <a:sym typeface="Sora Medium"/>
              </a:rPr>
              <a:t>Goal: 00%</a:t>
            </a:r>
            <a:endParaRPr>
              <a:solidFill>
                <a:schemeClr val="accent3"/>
              </a:solidFill>
              <a:latin typeface="Sora Medium"/>
              <a:ea typeface="Sora Medium"/>
              <a:cs typeface="Sora Medium"/>
              <a:sym typeface="Sora Medium"/>
            </a:endParaRPr>
          </a:p>
        </p:txBody>
      </p:sp>
      <p:sp>
        <p:nvSpPr>
          <p:cNvPr id="1153" name="Google Shape;1153;p66"/>
          <p:cNvSpPr txBox="1"/>
          <p:nvPr>
            <p:ph idx="7" type="body"/>
          </p:nvPr>
        </p:nvSpPr>
        <p:spPr>
          <a:xfrm>
            <a:off x="2634200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brief description of the key performance indicator (KPI)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rPr>
              <a:t>Goal: 00%</a:t>
            </a:r>
            <a:endParaRPr>
              <a:solidFill>
                <a:schemeClr val="lt2"/>
              </a:solidFill>
              <a:latin typeface="Sora Medium"/>
              <a:ea typeface="Sora Medium"/>
              <a:cs typeface="Sora Medium"/>
              <a:sym typeface="Sora Medium"/>
            </a:endParaRPr>
          </a:p>
        </p:txBody>
      </p:sp>
      <p:sp>
        <p:nvSpPr>
          <p:cNvPr id="1154" name="Google Shape;1154;p66"/>
          <p:cNvSpPr txBox="1"/>
          <p:nvPr>
            <p:ph idx="8" type="body"/>
          </p:nvPr>
        </p:nvSpPr>
        <p:spPr>
          <a:xfrm>
            <a:off x="2634200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brief description of the key performance indicator (KPI)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rPr>
              <a:t>Goal: 00%</a:t>
            </a:r>
            <a:endParaRPr>
              <a:solidFill>
                <a:schemeClr val="lt2"/>
              </a:solidFill>
              <a:latin typeface="Sora Medium"/>
              <a:ea typeface="Sora Medium"/>
              <a:cs typeface="Sora Medium"/>
              <a:sym typeface="Sora Medium"/>
            </a:endParaRPr>
          </a:p>
        </p:txBody>
      </p:sp>
      <p:cxnSp>
        <p:nvCxnSpPr>
          <p:cNvPr id="1155" name="Google Shape;1155;p66"/>
          <p:cNvCxnSpPr/>
          <p:nvPr/>
        </p:nvCxnSpPr>
        <p:spPr>
          <a:xfrm rot="5400000">
            <a:off x="3572975" y="3148650"/>
            <a:ext cx="24891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6" name="Google Shape;1156;p66"/>
          <p:cNvCxnSpPr/>
          <p:nvPr/>
        </p:nvCxnSpPr>
        <p:spPr>
          <a:xfrm rot="5400000">
            <a:off x="1040825" y="3148650"/>
            <a:ext cx="24891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0" name="Shape 1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1" name="Google Shape;1161;p67"/>
          <p:cNvSpPr/>
          <p:nvPr/>
        </p:nvSpPr>
        <p:spPr>
          <a:xfrm>
            <a:off x="6450463" y="1068125"/>
            <a:ext cx="2006700" cy="34779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62" name="Google Shape;1162;p67"/>
          <p:cNvSpPr/>
          <p:nvPr/>
        </p:nvSpPr>
        <p:spPr>
          <a:xfrm>
            <a:off x="2721150" y="1068125"/>
            <a:ext cx="2006700" cy="34779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63" name="Google Shape;1163;p67"/>
          <p:cNvSpPr/>
          <p:nvPr/>
        </p:nvSpPr>
        <p:spPr>
          <a:xfrm>
            <a:off x="4577544" y="1068125"/>
            <a:ext cx="2006700" cy="34779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64" name="Google Shape;1164;p67"/>
          <p:cNvSpPr/>
          <p:nvPr/>
        </p:nvSpPr>
        <p:spPr>
          <a:xfrm>
            <a:off x="857838" y="1068125"/>
            <a:ext cx="2006700" cy="34779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65" name="Google Shape;1165;p67"/>
          <p:cNvSpPr/>
          <p:nvPr/>
        </p:nvSpPr>
        <p:spPr>
          <a:xfrm>
            <a:off x="6450481" y="1068125"/>
            <a:ext cx="2006700" cy="34779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accent3"/>
              </a:gs>
              <a:gs pos="77000">
                <a:schemeClr val="accent1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66" name="Google Shape;1166;p67"/>
          <p:cNvSpPr txBox="1"/>
          <p:nvPr>
            <p:ph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Communication objectives</a:t>
            </a:r>
            <a:endParaRPr/>
          </a:p>
        </p:txBody>
      </p:sp>
      <p:sp>
        <p:nvSpPr>
          <p:cNvPr id="1167" name="Google Shape;1167;p67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Write a </a:t>
            </a:r>
            <a:r>
              <a:rPr lang="en"/>
              <a:t>few words about your communication goals for this project.</a:t>
            </a:r>
            <a:endParaRPr/>
          </a:p>
        </p:txBody>
      </p:sp>
      <p:sp>
        <p:nvSpPr>
          <p:cNvPr id="1168" name="Google Shape;1168;p67"/>
          <p:cNvSpPr txBox="1"/>
          <p:nvPr>
            <p:ph idx="13" type="subTitle"/>
          </p:nvPr>
        </p:nvSpPr>
        <p:spPr>
          <a:xfrm>
            <a:off x="1078938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Objective title</a:t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1169" name="Google Shape;1169;p67"/>
          <p:cNvSpPr txBox="1"/>
          <p:nvPr>
            <p:ph idx="3" type="subTitle"/>
          </p:nvPr>
        </p:nvSpPr>
        <p:spPr>
          <a:xfrm>
            <a:off x="1078950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Communication goals might include: increasing brand awareness, improving how your teams work together, or getting more consistent feedback from stakeholders.</a:t>
            </a:r>
            <a:endParaRPr/>
          </a:p>
        </p:txBody>
      </p:sp>
      <p:sp>
        <p:nvSpPr>
          <p:cNvPr id="1170" name="Google Shape;1170;p67"/>
          <p:cNvSpPr txBox="1"/>
          <p:nvPr>
            <p:ph idx="1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Year/Quarter/Month</a:t>
            </a:r>
            <a:endParaRPr/>
          </a:p>
        </p:txBody>
      </p:sp>
      <p:sp>
        <p:nvSpPr>
          <p:cNvPr id="1171" name="Google Shape;1171;p67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1172" name="Google Shape;1172;p67"/>
          <p:cNvSpPr txBox="1"/>
          <p:nvPr>
            <p:ph idx="2" type="subTitle"/>
          </p:nvPr>
        </p:nvSpPr>
        <p:spPr>
          <a:xfrm>
            <a:off x="2942250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Objective title</a:t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1173" name="Google Shape;1173;p67"/>
          <p:cNvSpPr txBox="1"/>
          <p:nvPr>
            <p:ph idx="5" type="subTitle"/>
          </p:nvPr>
        </p:nvSpPr>
        <p:spPr>
          <a:xfrm>
            <a:off x="2942257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Communication goals might include: increasing brand awareness, improving how your teams work together, or getting more consistent feedback from stakeholders.</a:t>
            </a:r>
            <a:endParaRPr/>
          </a:p>
        </p:txBody>
      </p:sp>
      <p:sp>
        <p:nvSpPr>
          <p:cNvPr id="1174" name="Google Shape;1174;p67"/>
          <p:cNvSpPr txBox="1"/>
          <p:nvPr>
            <p:ph idx="4" type="subTitle"/>
          </p:nvPr>
        </p:nvSpPr>
        <p:spPr>
          <a:xfrm>
            <a:off x="4798644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Objective title</a:t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1175" name="Google Shape;1175;p67"/>
          <p:cNvSpPr txBox="1"/>
          <p:nvPr>
            <p:ph idx="7" type="subTitle"/>
          </p:nvPr>
        </p:nvSpPr>
        <p:spPr>
          <a:xfrm>
            <a:off x="4798647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Communication goals might include: increasing brand awareness, improving how your teams work together, or getting more consistent feedback from stakeholders.</a:t>
            </a:r>
            <a:endParaRPr/>
          </a:p>
        </p:txBody>
      </p:sp>
      <p:sp>
        <p:nvSpPr>
          <p:cNvPr id="1176" name="Google Shape;1176;p67"/>
          <p:cNvSpPr txBox="1"/>
          <p:nvPr>
            <p:ph idx="6" type="subTitle"/>
          </p:nvPr>
        </p:nvSpPr>
        <p:spPr>
          <a:xfrm>
            <a:off x="6671581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Objective title</a:t>
            </a:r>
            <a:endParaRPr>
              <a:solidFill>
                <a:schemeClr val="lt1"/>
              </a:solidFill>
              <a:latin typeface="IBM Plex Sans SemiBold"/>
              <a:ea typeface="IBM Plex Sans SemiBold"/>
              <a:cs typeface="IBM Plex Sans SemiBold"/>
              <a:sym typeface="IBM Plex Sans SemiBold"/>
            </a:endParaRPr>
          </a:p>
        </p:txBody>
      </p:sp>
      <p:sp>
        <p:nvSpPr>
          <p:cNvPr id="1177" name="Google Shape;1177;p67"/>
          <p:cNvSpPr txBox="1"/>
          <p:nvPr>
            <p:ph idx="8" type="subTitle"/>
          </p:nvPr>
        </p:nvSpPr>
        <p:spPr>
          <a:xfrm>
            <a:off x="6671579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Use design elements to highlight key objectives or final outcomes. This will draw your audience’s eye towards </a:t>
            </a:r>
            <a:r>
              <a:rPr lang="en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the</a:t>
            </a:r>
            <a:r>
              <a:rPr lang="en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 objective. </a:t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78" name="Google Shape;1178;p67"/>
          <p:cNvSpPr txBox="1"/>
          <p:nvPr>
            <p:ph idx="17" type="title"/>
          </p:nvPr>
        </p:nvSpPr>
        <p:spPr>
          <a:xfrm>
            <a:off x="162465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1179" name="Google Shape;1179;p67"/>
          <p:cNvSpPr txBox="1"/>
          <p:nvPr>
            <p:ph idx="14" type="title"/>
          </p:nvPr>
        </p:nvSpPr>
        <p:spPr>
          <a:xfrm>
            <a:off x="348450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1180" name="Google Shape;1180;p67"/>
          <p:cNvSpPr txBox="1"/>
          <p:nvPr>
            <p:ph idx="16" type="title"/>
          </p:nvPr>
        </p:nvSpPr>
        <p:spPr>
          <a:xfrm>
            <a:off x="534435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1181" name="Google Shape;1181;p67"/>
          <p:cNvSpPr txBox="1"/>
          <p:nvPr>
            <p:ph idx="15" type="title"/>
          </p:nvPr>
        </p:nvSpPr>
        <p:spPr>
          <a:xfrm>
            <a:off x="720420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5" name="Shape 1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6" name="Google Shape;1186;p68"/>
          <p:cNvSpPr/>
          <p:nvPr/>
        </p:nvSpPr>
        <p:spPr>
          <a:xfrm rot="5400000">
            <a:off x="2088388" y="1518313"/>
            <a:ext cx="482400" cy="640200"/>
          </a:xfrm>
          <a:prstGeom prst="round2SameRect">
            <a:avLst>
              <a:gd fmla="val 50000" name="adj1"/>
              <a:gd fmla="val 0" name="adj2"/>
            </a:avLst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187" name="Google Shape;1187;p68"/>
          <p:cNvSpPr/>
          <p:nvPr/>
        </p:nvSpPr>
        <p:spPr>
          <a:xfrm rot="5400000">
            <a:off x="318875" y="1518313"/>
            <a:ext cx="482400" cy="640200"/>
          </a:xfrm>
          <a:prstGeom prst="round2SameRect">
            <a:avLst>
              <a:gd fmla="val 50000" name="adj1"/>
              <a:gd fmla="val 0" name="adj2"/>
            </a:avLst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188" name="Google Shape;1188;p68"/>
          <p:cNvSpPr/>
          <p:nvPr/>
        </p:nvSpPr>
        <p:spPr>
          <a:xfrm rot="5400000">
            <a:off x="3974325" y="1518313"/>
            <a:ext cx="482400" cy="640200"/>
          </a:xfrm>
          <a:prstGeom prst="round2SameRect">
            <a:avLst>
              <a:gd fmla="val 50000" name="adj1"/>
              <a:gd fmla="val 0" name="adj2"/>
            </a:avLst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189" name="Google Shape;1189;p68"/>
          <p:cNvSpPr/>
          <p:nvPr/>
        </p:nvSpPr>
        <p:spPr>
          <a:xfrm rot="5400000">
            <a:off x="5783600" y="1518313"/>
            <a:ext cx="482400" cy="640200"/>
          </a:xfrm>
          <a:prstGeom prst="round2SameRect">
            <a:avLst>
              <a:gd fmla="val 50000" name="adj1"/>
              <a:gd fmla="val 0" name="adj2"/>
            </a:avLst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190" name="Google Shape;1190;p68"/>
          <p:cNvSpPr txBox="1"/>
          <p:nvPr>
            <p:ph idx="18" type="title"/>
          </p:nvPr>
        </p:nvSpPr>
        <p:spPr>
          <a:xfrm>
            <a:off x="228600" y="4773281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Year/Quarter/Month</a:t>
            </a:r>
            <a:endParaRPr/>
          </a:p>
        </p:txBody>
      </p:sp>
      <p:sp>
        <p:nvSpPr>
          <p:cNvPr id="1191" name="Google Shape;1191;p68"/>
          <p:cNvSpPr txBox="1"/>
          <p:nvPr>
            <p:ph type="title"/>
          </p:nvPr>
        </p:nvSpPr>
        <p:spPr>
          <a:xfrm>
            <a:off x="104850" y="2155850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 title</a:t>
            </a:r>
            <a:endParaRPr/>
          </a:p>
        </p:txBody>
      </p:sp>
      <p:sp>
        <p:nvSpPr>
          <p:cNvPr id="1192" name="Google Shape;1192;p68"/>
          <p:cNvSpPr txBox="1"/>
          <p:nvPr>
            <p:ph idx="2" type="title"/>
          </p:nvPr>
        </p:nvSpPr>
        <p:spPr>
          <a:xfrm>
            <a:off x="1932925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 title</a:t>
            </a:r>
            <a:endParaRPr/>
          </a:p>
        </p:txBody>
      </p:sp>
      <p:sp>
        <p:nvSpPr>
          <p:cNvPr id="1193" name="Google Shape;1193;p68"/>
          <p:cNvSpPr txBox="1"/>
          <p:nvPr>
            <p:ph idx="3" type="title"/>
          </p:nvPr>
        </p:nvSpPr>
        <p:spPr>
          <a:xfrm>
            <a:off x="3761000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 title</a:t>
            </a:r>
            <a:endParaRPr/>
          </a:p>
        </p:txBody>
      </p:sp>
      <p:sp>
        <p:nvSpPr>
          <p:cNvPr id="1194" name="Google Shape;1194;p68"/>
          <p:cNvSpPr txBox="1"/>
          <p:nvPr>
            <p:ph idx="4" type="title"/>
          </p:nvPr>
        </p:nvSpPr>
        <p:spPr>
          <a:xfrm>
            <a:off x="5607150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 title</a:t>
            </a:r>
            <a:endParaRPr/>
          </a:p>
        </p:txBody>
      </p:sp>
      <p:sp>
        <p:nvSpPr>
          <p:cNvPr id="1195" name="Google Shape;1195;p68"/>
          <p:cNvSpPr txBox="1"/>
          <p:nvPr>
            <p:ph idx="5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1196" name="Google Shape;1196;p68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Write a few words about your business goals for this project.</a:t>
            </a:r>
            <a:endParaRPr/>
          </a:p>
        </p:txBody>
      </p:sp>
      <p:sp>
        <p:nvSpPr>
          <p:cNvPr id="1197" name="Google Shape;1197;p68"/>
          <p:cNvSpPr txBox="1"/>
          <p:nvPr>
            <p:ph idx="17" type="title"/>
          </p:nvPr>
        </p:nvSpPr>
        <p:spPr>
          <a:xfrm>
            <a:off x="38100" y="319650"/>
            <a:ext cx="18279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Business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objectives</a:t>
            </a:r>
            <a:endParaRPr/>
          </a:p>
        </p:txBody>
      </p:sp>
      <p:sp>
        <p:nvSpPr>
          <p:cNvPr id="1198" name="Google Shape;1198;p68"/>
          <p:cNvSpPr txBox="1"/>
          <p:nvPr>
            <p:ph idx="6" type="body"/>
          </p:nvPr>
        </p:nvSpPr>
        <p:spPr>
          <a:xfrm>
            <a:off x="10490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Business goals might include: driving sales growth, reducing costs, boosting productivity, or streamlining internal processes.</a:t>
            </a:r>
            <a:endParaRPr/>
          </a:p>
        </p:txBody>
      </p:sp>
      <p:sp>
        <p:nvSpPr>
          <p:cNvPr id="1199" name="Google Shape;1199;p68"/>
          <p:cNvSpPr txBox="1"/>
          <p:nvPr>
            <p:ph idx="7" type="body"/>
          </p:nvPr>
        </p:nvSpPr>
        <p:spPr>
          <a:xfrm>
            <a:off x="1932925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"/>
              <a:t>Business goals might include: driving sales growth, reducing costs, boosting productivity, or streamlining internal processes.</a:t>
            </a:r>
            <a:endParaRPr/>
          </a:p>
        </p:txBody>
      </p:sp>
      <p:sp>
        <p:nvSpPr>
          <p:cNvPr id="1200" name="Google Shape;1200;p68"/>
          <p:cNvSpPr txBox="1"/>
          <p:nvPr>
            <p:ph idx="8" type="body"/>
          </p:nvPr>
        </p:nvSpPr>
        <p:spPr>
          <a:xfrm>
            <a:off x="376100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Business goals might include: driving sales growth, reducing costs, boosting productivity, or streamlining internal processes.</a:t>
            </a:r>
            <a:endParaRPr/>
          </a:p>
        </p:txBody>
      </p:sp>
      <p:sp>
        <p:nvSpPr>
          <p:cNvPr id="1201" name="Google Shape;1201;p68"/>
          <p:cNvSpPr txBox="1"/>
          <p:nvPr>
            <p:ph idx="9" type="body"/>
          </p:nvPr>
        </p:nvSpPr>
        <p:spPr>
          <a:xfrm>
            <a:off x="560715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Business goals might include: driving sales growth, reducing costs, boosting productivity, or streamlining internal processes.</a:t>
            </a:r>
            <a:endParaRPr/>
          </a:p>
        </p:txBody>
      </p:sp>
      <p:sp>
        <p:nvSpPr>
          <p:cNvPr id="1202" name="Google Shape;1202;p68"/>
          <p:cNvSpPr txBox="1"/>
          <p:nvPr>
            <p:ph idx="13" type="title"/>
          </p:nvPr>
        </p:nvSpPr>
        <p:spPr>
          <a:xfrm>
            <a:off x="239975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1203" name="Google Shape;1203;p68"/>
          <p:cNvSpPr txBox="1"/>
          <p:nvPr>
            <p:ph idx="14" type="title"/>
          </p:nvPr>
        </p:nvSpPr>
        <p:spPr>
          <a:xfrm>
            <a:off x="2009500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1204" name="Google Shape;1204;p68"/>
          <p:cNvSpPr txBox="1"/>
          <p:nvPr>
            <p:ph idx="15" type="title"/>
          </p:nvPr>
        </p:nvSpPr>
        <p:spPr>
          <a:xfrm>
            <a:off x="3895425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1205" name="Google Shape;1205;p68"/>
          <p:cNvSpPr txBox="1"/>
          <p:nvPr>
            <p:ph idx="16" type="title"/>
          </p:nvPr>
        </p:nvSpPr>
        <p:spPr>
          <a:xfrm>
            <a:off x="5704700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9" name="Shape 1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0" name="Google Shape;1210;p69"/>
          <p:cNvSpPr/>
          <p:nvPr/>
        </p:nvSpPr>
        <p:spPr>
          <a:xfrm rot="10800000">
            <a:off x="1235525" y="1596250"/>
            <a:ext cx="632425" cy="1261900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8000">
                <a:schemeClr val="lt2"/>
              </a:gs>
              <a:gs pos="100000">
                <a:schemeClr val="lt2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211" name="Google Shape;1211;p69"/>
          <p:cNvSpPr/>
          <p:nvPr/>
        </p:nvSpPr>
        <p:spPr>
          <a:xfrm>
            <a:off x="1265075" y="2966200"/>
            <a:ext cx="3303000" cy="12618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212" name="Google Shape;1212;p69"/>
          <p:cNvSpPr/>
          <p:nvPr/>
        </p:nvSpPr>
        <p:spPr>
          <a:xfrm rot="10800000">
            <a:off x="1235525" y="2966150"/>
            <a:ext cx="632425" cy="1261900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8000">
                <a:schemeClr val="lt2"/>
              </a:gs>
              <a:gs pos="100000">
                <a:schemeClr val="lt2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213" name="Google Shape;1213;p69"/>
          <p:cNvSpPr/>
          <p:nvPr/>
        </p:nvSpPr>
        <p:spPr>
          <a:xfrm>
            <a:off x="4699363" y="1596250"/>
            <a:ext cx="3303000" cy="12618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214" name="Google Shape;1214;p69"/>
          <p:cNvSpPr/>
          <p:nvPr/>
        </p:nvSpPr>
        <p:spPr>
          <a:xfrm rot="10800000">
            <a:off x="4672250" y="1596250"/>
            <a:ext cx="618259" cy="1261900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8000">
                <a:schemeClr val="lt2"/>
              </a:gs>
              <a:gs pos="100000">
                <a:schemeClr val="lt2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215" name="Google Shape;1215;p69"/>
          <p:cNvSpPr/>
          <p:nvPr/>
        </p:nvSpPr>
        <p:spPr>
          <a:xfrm>
            <a:off x="4699363" y="2966200"/>
            <a:ext cx="3303000" cy="12618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216" name="Google Shape;1216;p69"/>
          <p:cNvSpPr/>
          <p:nvPr/>
        </p:nvSpPr>
        <p:spPr>
          <a:xfrm rot="10800000">
            <a:off x="4665150" y="2966150"/>
            <a:ext cx="632425" cy="1261900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8000">
                <a:schemeClr val="lt2"/>
              </a:gs>
              <a:gs pos="100000">
                <a:schemeClr val="lt2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217" name="Google Shape;1217;p69"/>
          <p:cNvSpPr/>
          <p:nvPr/>
        </p:nvSpPr>
        <p:spPr>
          <a:xfrm>
            <a:off x="1235525" y="1596250"/>
            <a:ext cx="3332400" cy="12618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cxnSp>
        <p:nvCxnSpPr>
          <p:cNvPr id="1218" name="Google Shape;1218;p69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19" name="Google Shape;1219;p69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Year/Quarter/Month</a:t>
            </a:r>
            <a:endParaRPr/>
          </a:p>
        </p:txBody>
      </p:sp>
      <p:sp>
        <p:nvSpPr>
          <p:cNvPr id="1220" name="Google Shape;1220;p69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1221" name="Google Shape;1221;p69"/>
          <p:cNvSpPr txBox="1"/>
          <p:nvPr>
            <p:ph idx="8" type="subTitle"/>
          </p:nvPr>
        </p:nvSpPr>
        <p:spPr>
          <a:xfrm>
            <a:off x="1867950" y="3062125"/>
            <a:ext cx="23949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"/>
              <a:t>Objective title</a:t>
            </a:r>
            <a:endParaRPr/>
          </a:p>
        </p:txBody>
      </p:sp>
      <p:sp>
        <p:nvSpPr>
          <p:cNvPr id="1222" name="Google Shape;1222;p69"/>
          <p:cNvSpPr txBox="1"/>
          <p:nvPr>
            <p:ph idx="5"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Marketing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objectives</a:t>
            </a:r>
            <a:endParaRPr/>
          </a:p>
        </p:txBody>
      </p:sp>
      <p:sp>
        <p:nvSpPr>
          <p:cNvPr id="1223" name="Google Shape;1223;p69"/>
          <p:cNvSpPr txBox="1"/>
          <p:nvPr>
            <p:ph idx="6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Write a few words about your marketing goals for this project.</a:t>
            </a:r>
            <a:endParaRPr/>
          </a:p>
        </p:txBody>
      </p:sp>
      <p:sp>
        <p:nvSpPr>
          <p:cNvPr id="1224" name="Google Shape;1224;p69"/>
          <p:cNvSpPr txBox="1"/>
          <p:nvPr/>
        </p:nvSpPr>
        <p:spPr>
          <a:xfrm>
            <a:off x="1439363" y="1888300"/>
            <a:ext cx="407400" cy="67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1</a:t>
            </a:r>
            <a:endParaRPr sz="1800">
              <a:solidFill>
                <a:schemeClr val="lt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1225" name="Google Shape;1225;p69"/>
          <p:cNvSpPr txBox="1"/>
          <p:nvPr/>
        </p:nvSpPr>
        <p:spPr>
          <a:xfrm>
            <a:off x="4869875" y="1888350"/>
            <a:ext cx="407400" cy="67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2</a:t>
            </a:r>
            <a:endParaRPr sz="1800">
              <a:solidFill>
                <a:schemeClr val="lt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1226" name="Google Shape;1226;p69"/>
          <p:cNvSpPr txBox="1"/>
          <p:nvPr/>
        </p:nvSpPr>
        <p:spPr>
          <a:xfrm>
            <a:off x="1439369" y="3258250"/>
            <a:ext cx="407400" cy="67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3</a:t>
            </a:r>
            <a:endParaRPr sz="1800">
              <a:solidFill>
                <a:schemeClr val="lt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1227" name="Google Shape;1227;p69"/>
          <p:cNvSpPr txBox="1"/>
          <p:nvPr/>
        </p:nvSpPr>
        <p:spPr>
          <a:xfrm>
            <a:off x="4869881" y="3258250"/>
            <a:ext cx="407400" cy="67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4</a:t>
            </a:r>
            <a:endParaRPr sz="1800">
              <a:solidFill>
                <a:schemeClr val="lt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1228" name="Google Shape;1228;p69"/>
          <p:cNvSpPr txBox="1"/>
          <p:nvPr>
            <p:ph idx="7" type="subTitle"/>
          </p:nvPr>
        </p:nvSpPr>
        <p:spPr>
          <a:xfrm>
            <a:off x="1867950" y="169227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 title</a:t>
            </a:r>
            <a:endParaRPr/>
          </a:p>
        </p:txBody>
      </p:sp>
      <p:sp>
        <p:nvSpPr>
          <p:cNvPr id="1229" name="Google Shape;1229;p69"/>
          <p:cNvSpPr txBox="1"/>
          <p:nvPr>
            <p:ph idx="1" type="body"/>
          </p:nvPr>
        </p:nvSpPr>
        <p:spPr>
          <a:xfrm>
            <a:off x="1867950" y="203530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Marketing goals might include: reaching new audiences, generating new leads and sales, or strengthening existing customer relationships.</a:t>
            </a:r>
            <a:endParaRPr/>
          </a:p>
        </p:txBody>
      </p:sp>
      <p:sp>
        <p:nvSpPr>
          <p:cNvPr id="1230" name="Google Shape;1230;p69"/>
          <p:cNvSpPr txBox="1"/>
          <p:nvPr>
            <p:ph idx="9" type="subTitle"/>
          </p:nvPr>
        </p:nvSpPr>
        <p:spPr>
          <a:xfrm>
            <a:off x="5297575" y="169227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 title</a:t>
            </a:r>
            <a:endParaRPr/>
          </a:p>
        </p:txBody>
      </p:sp>
      <p:sp>
        <p:nvSpPr>
          <p:cNvPr id="1231" name="Google Shape;1231;p69"/>
          <p:cNvSpPr txBox="1"/>
          <p:nvPr>
            <p:ph idx="13" type="subTitle"/>
          </p:nvPr>
        </p:nvSpPr>
        <p:spPr>
          <a:xfrm>
            <a:off x="5297575" y="306212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 title</a:t>
            </a:r>
            <a:endParaRPr/>
          </a:p>
        </p:txBody>
      </p:sp>
      <p:sp>
        <p:nvSpPr>
          <p:cNvPr id="1232" name="Google Shape;1232;p69"/>
          <p:cNvSpPr txBox="1"/>
          <p:nvPr>
            <p:ph idx="2" type="body"/>
          </p:nvPr>
        </p:nvSpPr>
        <p:spPr>
          <a:xfrm>
            <a:off x="1867950" y="340515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Marketing goals might include: reaching new audiences, generating new leads and sales, or strengthening existing customer relationships.</a:t>
            </a:r>
            <a:endParaRPr/>
          </a:p>
        </p:txBody>
      </p:sp>
      <p:sp>
        <p:nvSpPr>
          <p:cNvPr id="1233" name="Google Shape;1233;p69"/>
          <p:cNvSpPr txBox="1"/>
          <p:nvPr>
            <p:ph idx="3" type="body"/>
          </p:nvPr>
        </p:nvSpPr>
        <p:spPr>
          <a:xfrm>
            <a:off x="5297575" y="203530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Marketing goals might include: reaching new audiences, generating new leads and sales, or strengthening existing customer relationships.</a:t>
            </a:r>
            <a:endParaRPr/>
          </a:p>
        </p:txBody>
      </p:sp>
      <p:sp>
        <p:nvSpPr>
          <p:cNvPr id="1234" name="Google Shape;1234;p69"/>
          <p:cNvSpPr txBox="1"/>
          <p:nvPr>
            <p:ph idx="4" type="body"/>
          </p:nvPr>
        </p:nvSpPr>
        <p:spPr>
          <a:xfrm>
            <a:off x="5297575" y="340515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Marketing goals might include: reaching new audiences, generating new leads and sales, or strengthening existing customer relationships.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8" name="Shape 1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" name="Google Shape;1239;p70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1240" name="Google Shape;1240;p70"/>
          <p:cNvSpPr txBox="1"/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Objectives</a:t>
            </a:r>
            <a:endParaRPr/>
          </a:p>
        </p:txBody>
      </p:sp>
      <p:sp>
        <p:nvSpPr>
          <p:cNvPr id="1241" name="Google Shape;1241;p70"/>
          <p:cNvSpPr txBox="1"/>
          <p:nvPr>
            <p:ph idx="2" type="title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Phase 1</a:t>
            </a:r>
            <a:endParaRPr/>
          </a:p>
        </p:txBody>
      </p:sp>
      <p:sp>
        <p:nvSpPr>
          <p:cNvPr id="1242" name="Google Shape;1242;p70"/>
          <p:cNvSpPr txBox="1"/>
          <p:nvPr>
            <p:ph idx="3" type="title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Phase 2</a:t>
            </a:r>
            <a:endParaRPr/>
          </a:p>
        </p:txBody>
      </p:sp>
      <p:sp>
        <p:nvSpPr>
          <p:cNvPr id="1243" name="Google Shape;1243;p70"/>
          <p:cNvSpPr txBox="1"/>
          <p:nvPr>
            <p:ph idx="4" type="title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Phase 3</a:t>
            </a:r>
            <a:endParaRPr/>
          </a:p>
        </p:txBody>
      </p:sp>
      <p:sp>
        <p:nvSpPr>
          <p:cNvPr id="1244" name="Google Shape;1244;p70"/>
          <p:cNvSpPr txBox="1"/>
          <p:nvPr>
            <p:ph idx="5" type="title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Activities</a:t>
            </a:r>
            <a:endParaRPr/>
          </a:p>
        </p:txBody>
      </p:sp>
      <p:sp>
        <p:nvSpPr>
          <p:cNvPr id="1245" name="Google Shape;1245;p70"/>
          <p:cNvSpPr txBox="1"/>
          <p:nvPr>
            <p:ph idx="6" type="title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Deliverables</a:t>
            </a:r>
            <a:endParaRPr/>
          </a:p>
        </p:txBody>
      </p:sp>
      <p:sp>
        <p:nvSpPr>
          <p:cNvPr id="1246" name="Google Shape;1246;p70"/>
          <p:cNvSpPr txBox="1"/>
          <p:nvPr>
            <p:ph idx="1" type="body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120650" lvl="0" marL="1143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Char char="➔"/>
            </a:pPr>
            <a:r>
              <a:rPr lang="en"/>
              <a:t>List final outcomes</a:t>
            </a:r>
            <a:endParaRPr/>
          </a:p>
          <a:p>
            <a:pPr indent="-120650" lvl="0" marL="1143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Char char="➔"/>
            </a:pPr>
            <a:r>
              <a:rPr lang="en"/>
              <a:t>These could be documents,  prototypes, or reports</a:t>
            </a:r>
            <a:endParaRPr/>
          </a:p>
        </p:txBody>
      </p:sp>
      <p:sp>
        <p:nvSpPr>
          <p:cNvPr id="1247" name="Google Shape;1247;p70"/>
          <p:cNvSpPr txBox="1"/>
          <p:nvPr>
            <p:ph idx="13" type="body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120650" lvl="0" marL="1143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Char char="➔"/>
            </a:pPr>
            <a:r>
              <a:rPr lang="en"/>
              <a:t>List key tasks</a:t>
            </a:r>
            <a:endParaRPr/>
          </a:p>
          <a:p>
            <a:pPr indent="-120650" lvl="0" marL="1143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Char char="➔"/>
            </a:pPr>
            <a:r>
              <a:rPr lang="en"/>
              <a:t>Be</a:t>
            </a:r>
            <a:r>
              <a:rPr lang="en"/>
              <a:t> specific and add as many as you need</a:t>
            </a:r>
            <a:endParaRPr/>
          </a:p>
        </p:txBody>
      </p:sp>
      <p:sp>
        <p:nvSpPr>
          <p:cNvPr id="1248" name="Google Shape;1248;p70"/>
          <p:cNvSpPr txBox="1"/>
          <p:nvPr>
            <p:ph idx="16" type="body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this slide to map out the steps in more detail. State the main objective for each phase. Think about what needs to be achieved.</a:t>
            </a:r>
            <a:endParaRPr/>
          </a:p>
        </p:txBody>
      </p:sp>
      <p:sp>
        <p:nvSpPr>
          <p:cNvPr id="1249" name="Google Shape;1249;p70"/>
          <p:cNvSpPr txBox="1"/>
          <p:nvPr>
            <p:ph idx="8" type="body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12065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Char char="➔"/>
            </a:pPr>
            <a:r>
              <a:rPr lang="en"/>
              <a:t>List final outcomes</a:t>
            </a:r>
            <a:endParaRPr/>
          </a:p>
          <a:p>
            <a:pPr indent="-12065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Char char="➔"/>
            </a:pPr>
            <a:r>
              <a:rPr lang="en"/>
              <a:t>These could be documents,  prototypes, or reports</a:t>
            </a:r>
            <a:endParaRPr/>
          </a:p>
        </p:txBody>
      </p:sp>
      <p:sp>
        <p:nvSpPr>
          <p:cNvPr id="1250" name="Google Shape;1250;p70"/>
          <p:cNvSpPr txBox="1"/>
          <p:nvPr>
            <p:ph idx="14" type="body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120650" lvl="0" marL="1143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Char char="➔"/>
            </a:pPr>
            <a:r>
              <a:rPr lang="en"/>
              <a:t>List key tasks</a:t>
            </a:r>
            <a:endParaRPr/>
          </a:p>
          <a:p>
            <a:pPr indent="-120650" lvl="0" marL="1143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Char char="➔"/>
            </a:pPr>
            <a:r>
              <a:rPr lang="en"/>
              <a:t>Be specific and add as many as you need</a:t>
            </a:r>
            <a:endParaRPr/>
          </a:p>
        </p:txBody>
      </p:sp>
      <p:sp>
        <p:nvSpPr>
          <p:cNvPr id="1251" name="Google Shape;1251;p70"/>
          <p:cNvSpPr txBox="1"/>
          <p:nvPr>
            <p:ph idx="17" type="body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this slide to map out the steps in more detail. State the main objective for each phase. Think about what needs to be achieved.</a:t>
            </a:r>
            <a:endParaRPr/>
          </a:p>
        </p:txBody>
      </p:sp>
      <p:sp>
        <p:nvSpPr>
          <p:cNvPr id="1252" name="Google Shape;1252;p70"/>
          <p:cNvSpPr txBox="1"/>
          <p:nvPr>
            <p:ph idx="9" type="body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120650" lvl="0" marL="1143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Char char="➔"/>
            </a:pPr>
            <a:r>
              <a:rPr lang="en"/>
              <a:t>List final outcomes</a:t>
            </a:r>
            <a:endParaRPr/>
          </a:p>
          <a:p>
            <a:pPr indent="-120650" lvl="0" marL="1143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Char char="➔"/>
            </a:pPr>
            <a:r>
              <a:rPr lang="en"/>
              <a:t>These could be documents,  prototypes, or reports</a:t>
            </a:r>
            <a:endParaRPr/>
          </a:p>
        </p:txBody>
      </p:sp>
      <p:sp>
        <p:nvSpPr>
          <p:cNvPr id="1253" name="Google Shape;1253;p70"/>
          <p:cNvSpPr txBox="1"/>
          <p:nvPr>
            <p:ph idx="15" type="body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120650" lvl="0" marL="1143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Char char="➔"/>
            </a:pPr>
            <a:r>
              <a:rPr lang="en"/>
              <a:t>List key tasks</a:t>
            </a:r>
            <a:endParaRPr/>
          </a:p>
          <a:p>
            <a:pPr indent="-120650" lvl="0" marL="1143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Char char="➔"/>
            </a:pPr>
            <a:r>
              <a:rPr lang="en"/>
              <a:t>Be specific and add as many as you need</a:t>
            </a:r>
            <a:endParaRPr/>
          </a:p>
        </p:txBody>
      </p:sp>
      <p:sp>
        <p:nvSpPr>
          <p:cNvPr id="1254" name="Google Shape;1254;p70"/>
          <p:cNvSpPr txBox="1"/>
          <p:nvPr>
            <p:ph idx="18" type="body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this slide to map out the steps in more detail. State the main objective for each phase. Think about what needs to be achieved.</a:t>
            </a:r>
            <a:endParaRPr/>
          </a:p>
        </p:txBody>
      </p:sp>
      <p:sp>
        <p:nvSpPr>
          <p:cNvPr id="1255" name="Google Shape;1255;p70"/>
          <p:cNvSpPr txBox="1"/>
          <p:nvPr>
            <p:ph idx="19" type="title"/>
          </p:nvPr>
        </p:nvSpPr>
        <p:spPr>
          <a:xfrm>
            <a:off x="38100" y="319650"/>
            <a:ext cx="3116700" cy="431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roadmap</a:t>
            </a:r>
            <a:endParaRPr/>
          </a:p>
        </p:txBody>
      </p:sp>
      <p:sp>
        <p:nvSpPr>
          <p:cNvPr id="1256" name="Google Shape;1256;p70"/>
          <p:cNvSpPr txBox="1"/>
          <p:nvPr>
            <p:ph idx="20" type="title"/>
          </p:nvPr>
        </p:nvSpPr>
        <p:spPr>
          <a:xfrm>
            <a:off x="228600" y="4773281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Year/Quarter/Month</a:t>
            </a:r>
            <a:endParaRPr/>
          </a:p>
        </p:txBody>
      </p:sp>
      <p:cxnSp>
        <p:nvCxnSpPr>
          <p:cNvPr id="1257" name="Google Shape;1257;p70"/>
          <p:cNvCxnSpPr/>
          <p:nvPr/>
        </p:nvCxnSpPr>
        <p:spPr>
          <a:xfrm>
            <a:off x="1409275" y="1385175"/>
            <a:ext cx="77349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1" name="Shape 1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2" name="Google Shape;1262;p71"/>
          <p:cNvSpPr txBox="1"/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Objectives</a:t>
            </a:r>
            <a:endParaRPr/>
          </a:p>
        </p:txBody>
      </p:sp>
      <p:sp>
        <p:nvSpPr>
          <p:cNvPr id="1263" name="Google Shape;1263;p71"/>
          <p:cNvSpPr txBox="1"/>
          <p:nvPr>
            <p:ph idx="6" type="title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Phase 2</a:t>
            </a:r>
            <a:endParaRPr/>
          </a:p>
        </p:txBody>
      </p:sp>
      <p:sp>
        <p:nvSpPr>
          <p:cNvPr id="1264" name="Google Shape;1264;p71"/>
          <p:cNvSpPr txBox="1"/>
          <p:nvPr>
            <p:ph idx="4" type="title"/>
          </p:nvPr>
        </p:nvSpPr>
        <p:spPr>
          <a:xfrm>
            <a:off x="38100" y="319650"/>
            <a:ext cx="3116700" cy="431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roadmap</a:t>
            </a:r>
            <a:endParaRPr/>
          </a:p>
        </p:txBody>
      </p:sp>
      <p:sp>
        <p:nvSpPr>
          <p:cNvPr id="1265" name="Google Shape;1265;p71"/>
          <p:cNvSpPr txBox="1"/>
          <p:nvPr>
            <p:ph idx="5" type="title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Phase 1</a:t>
            </a:r>
            <a:endParaRPr/>
          </a:p>
        </p:txBody>
      </p:sp>
      <p:sp>
        <p:nvSpPr>
          <p:cNvPr id="1266" name="Google Shape;1266;p71"/>
          <p:cNvSpPr txBox="1"/>
          <p:nvPr>
            <p:ph idx="7" type="title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Phase 3</a:t>
            </a:r>
            <a:endParaRPr/>
          </a:p>
        </p:txBody>
      </p:sp>
      <p:sp>
        <p:nvSpPr>
          <p:cNvPr id="1267" name="Google Shape;1267;p71"/>
          <p:cNvSpPr txBox="1"/>
          <p:nvPr>
            <p:ph idx="2" type="title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Activities</a:t>
            </a:r>
            <a:endParaRPr/>
          </a:p>
        </p:txBody>
      </p:sp>
      <p:sp>
        <p:nvSpPr>
          <p:cNvPr id="1268" name="Google Shape;1268;p71"/>
          <p:cNvSpPr txBox="1"/>
          <p:nvPr>
            <p:ph idx="3" type="title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Deliverables</a:t>
            </a:r>
            <a:endParaRPr/>
          </a:p>
        </p:txBody>
      </p:sp>
      <p:sp>
        <p:nvSpPr>
          <p:cNvPr id="1269" name="Google Shape;1269;p71"/>
          <p:cNvSpPr txBox="1"/>
          <p:nvPr>
            <p:ph idx="8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1270" name="Google Shape;1270;p71"/>
          <p:cNvSpPr txBox="1"/>
          <p:nvPr>
            <p:ph idx="15" type="body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120650" lvl="0" marL="1143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Char char="➔"/>
            </a:pPr>
            <a:r>
              <a:rPr lang="en">
                <a:solidFill>
                  <a:schemeClr val="dk2"/>
                </a:solidFill>
              </a:rPr>
              <a:t>List key tasks</a:t>
            </a:r>
            <a:endParaRPr>
              <a:solidFill>
                <a:schemeClr val="dk2"/>
              </a:solidFill>
            </a:endParaRPr>
          </a:p>
          <a:p>
            <a:pPr indent="-120650" lvl="0" marL="1143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Char char="➔"/>
            </a:pPr>
            <a:r>
              <a:rPr lang="en">
                <a:solidFill>
                  <a:schemeClr val="dk2"/>
                </a:solidFill>
              </a:rPr>
              <a:t>Be specific and add as many as you need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271" name="Google Shape;1271;p71"/>
          <p:cNvSpPr txBox="1"/>
          <p:nvPr>
            <p:ph idx="17" type="body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Use this slide to map out the steps in more detail. State the main objective for each phase. Think about what needs to be achieved.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272" name="Google Shape;1272;p71"/>
          <p:cNvSpPr txBox="1"/>
          <p:nvPr>
            <p:ph idx="18" type="body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Use this slide to map out the steps in more detail. State the main objective for each phase. Think about what needs to be achieved.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273" name="Google Shape;1273;p71"/>
          <p:cNvSpPr txBox="1"/>
          <p:nvPr>
            <p:ph idx="19" type="body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Use this slide to map out the steps in more detail. State the main objective for each phase. Think about what needs to be achieved.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274" name="Google Shape;1274;p71"/>
          <p:cNvSpPr txBox="1"/>
          <p:nvPr>
            <p:ph idx="9" type="body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12065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Char char="➔"/>
            </a:pPr>
            <a:r>
              <a:rPr lang="en">
                <a:solidFill>
                  <a:schemeClr val="dk2"/>
                </a:solidFill>
              </a:rPr>
              <a:t>List final outcomes</a:t>
            </a:r>
            <a:endParaRPr>
              <a:solidFill>
                <a:schemeClr val="dk2"/>
              </a:solidFill>
            </a:endParaRPr>
          </a:p>
          <a:p>
            <a:pPr indent="-12065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Char char="➔"/>
            </a:pPr>
            <a:r>
              <a:rPr lang="en">
                <a:solidFill>
                  <a:schemeClr val="dk2"/>
                </a:solidFill>
              </a:rPr>
              <a:t>These could be documents,  prototypes, or reports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275" name="Google Shape;1275;p71"/>
          <p:cNvSpPr txBox="1"/>
          <p:nvPr>
            <p:ph idx="13" type="body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120650" lvl="0" marL="1143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Char char="➔"/>
            </a:pPr>
            <a:r>
              <a:rPr lang="en">
                <a:solidFill>
                  <a:schemeClr val="dk2"/>
                </a:solidFill>
              </a:rPr>
              <a:t>List final outcomes</a:t>
            </a:r>
            <a:endParaRPr>
              <a:solidFill>
                <a:schemeClr val="dk2"/>
              </a:solidFill>
            </a:endParaRPr>
          </a:p>
          <a:p>
            <a:pPr indent="-120650" lvl="0" marL="1143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Char char="➔"/>
            </a:pPr>
            <a:r>
              <a:rPr lang="en">
                <a:solidFill>
                  <a:schemeClr val="dk2"/>
                </a:solidFill>
              </a:rPr>
              <a:t>These could be documents,  prototypes, or reports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276" name="Google Shape;1276;p71"/>
          <p:cNvSpPr txBox="1"/>
          <p:nvPr>
            <p:ph idx="14" type="body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120650" lvl="0" marL="1143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Char char="➔"/>
            </a:pPr>
            <a:r>
              <a:rPr lang="en">
                <a:solidFill>
                  <a:schemeClr val="dk2"/>
                </a:solidFill>
              </a:rPr>
              <a:t>List key tasks</a:t>
            </a:r>
            <a:endParaRPr>
              <a:solidFill>
                <a:schemeClr val="dk2"/>
              </a:solidFill>
            </a:endParaRPr>
          </a:p>
          <a:p>
            <a:pPr indent="-120650" lvl="0" marL="1143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Char char="➔"/>
            </a:pPr>
            <a:r>
              <a:rPr lang="en">
                <a:solidFill>
                  <a:schemeClr val="dk2"/>
                </a:solidFill>
              </a:rPr>
              <a:t>Be specific and add as many as you need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277" name="Google Shape;1277;p71"/>
          <p:cNvSpPr txBox="1"/>
          <p:nvPr>
            <p:ph idx="16" type="body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120650" lvl="0" marL="1143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Char char="➔"/>
            </a:pPr>
            <a:r>
              <a:rPr lang="en">
                <a:solidFill>
                  <a:schemeClr val="dk2"/>
                </a:solidFill>
              </a:rPr>
              <a:t>List key tasks</a:t>
            </a:r>
            <a:endParaRPr>
              <a:solidFill>
                <a:schemeClr val="dk2"/>
              </a:solidFill>
            </a:endParaRPr>
          </a:p>
          <a:p>
            <a:pPr indent="-120650" lvl="0" marL="1143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Char char="➔"/>
            </a:pPr>
            <a:r>
              <a:rPr lang="en">
                <a:solidFill>
                  <a:schemeClr val="dk2"/>
                </a:solidFill>
              </a:rPr>
              <a:t>Be specific and add as many as you need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278" name="Google Shape;1278;p71"/>
          <p:cNvSpPr txBox="1"/>
          <p:nvPr>
            <p:ph idx="1" type="body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120650" lvl="0" marL="1143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Char char="➔"/>
            </a:pPr>
            <a:r>
              <a:rPr lang="en">
                <a:solidFill>
                  <a:schemeClr val="dk2"/>
                </a:solidFill>
              </a:rPr>
              <a:t>List final outcomes</a:t>
            </a:r>
            <a:endParaRPr>
              <a:solidFill>
                <a:schemeClr val="dk2"/>
              </a:solidFill>
            </a:endParaRPr>
          </a:p>
          <a:p>
            <a:pPr indent="-120650" lvl="0" marL="1143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Char char="➔"/>
            </a:pPr>
            <a:r>
              <a:rPr lang="en">
                <a:solidFill>
                  <a:schemeClr val="dk2"/>
                </a:solidFill>
              </a:rPr>
              <a:t>These could be documents,  prototypes, or reports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279" name="Google Shape;1279;p71"/>
          <p:cNvSpPr txBox="1"/>
          <p:nvPr>
            <p:ph idx="20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Year/Quarter/Month</a:t>
            </a:r>
            <a:endParaRPr/>
          </a:p>
        </p:txBody>
      </p:sp>
      <p:cxnSp>
        <p:nvCxnSpPr>
          <p:cNvPr id="1280" name="Google Shape;1280;p71"/>
          <p:cNvCxnSpPr/>
          <p:nvPr/>
        </p:nvCxnSpPr>
        <p:spPr>
          <a:xfrm>
            <a:off x="1409275" y="1385175"/>
            <a:ext cx="77349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4" name="Shape 1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5" name="Google Shape;1285;p72"/>
          <p:cNvSpPr/>
          <p:nvPr/>
        </p:nvSpPr>
        <p:spPr>
          <a:xfrm rot="-5400000">
            <a:off x="1897551" y="1618189"/>
            <a:ext cx="1158900" cy="27108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286" name="Google Shape;1286;p72"/>
          <p:cNvSpPr/>
          <p:nvPr/>
        </p:nvSpPr>
        <p:spPr>
          <a:xfrm rot="-5400000">
            <a:off x="4385907" y="1618189"/>
            <a:ext cx="1158900" cy="27108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287" name="Google Shape;1287;p72"/>
          <p:cNvSpPr/>
          <p:nvPr/>
        </p:nvSpPr>
        <p:spPr>
          <a:xfrm rot="-5400000">
            <a:off x="1897551" y="2783025"/>
            <a:ext cx="1158900" cy="27108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288" name="Google Shape;1288;p72"/>
          <p:cNvSpPr/>
          <p:nvPr/>
        </p:nvSpPr>
        <p:spPr>
          <a:xfrm rot="-5400000">
            <a:off x="4385907" y="2777212"/>
            <a:ext cx="1158900" cy="27108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289" name="Google Shape;1289;p72"/>
          <p:cNvSpPr/>
          <p:nvPr/>
        </p:nvSpPr>
        <p:spPr>
          <a:xfrm rot="-5400000">
            <a:off x="1897551" y="453437"/>
            <a:ext cx="1158900" cy="27108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290" name="Google Shape;1290;p72"/>
          <p:cNvSpPr/>
          <p:nvPr/>
        </p:nvSpPr>
        <p:spPr>
          <a:xfrm rot="-5400000">
            <a:off x="4385907" y="453494"/>
            <a:ext cx="1158900" cy="27108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291" name="Google Shape;1291;p72"/>
          <p:cNvSpPr/>
          <p:nvPr/>
        </p:nvSpPr>
        <p:spPr>
          <a:xfrm rot="5400000">
            <a:off x="6874232" y="1618122"/>
            <a:ext cx="1158900" cy="27108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292" name="Google Shape;1292;p72"/>
          <p:cNvSpPr/>
          <p:nvPr/>
        </p:nvSpPr>
        <p:spPr>
          <a:xfrm rot="5400000">
            <a:off x="6874232" y="2771846"/>
            <a:ext cx="1158900" cy="27108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293" name="Google Shape;1293;p72"/>
          <p:cNvSpPr/>
          <p:nvPr/>
        </p:nvSpPr>
        <p:spPr>
          <a:xfrm rot="5400000">
            <a:off x="6874232" y="469458"/>
            <a:ext cx="1158900" cy="27108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294" name="Google Shape;1294;p72"/>
          <p:cNvSpPr txBox="1"/>
          <p:nvPr>
            <p:ph idx="2" type="title"/>
          </p:nvPr>
        </p:nvSpPr>
        <p:spPr>
          <a:xfrm>
            <a:off x="1326150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Objectives</a:t>
            </a:r>
            <a:endParaRPr/>
          </a:p>
        </p:txBody>
      </p:sp>
      <p:sp>
        <p:nvSpPr>
          <p:cNvPr id="1295" name="Google Shape;1295;p72"/>
          <p:cNvSpPr txBox="1"/>
          <p:nvPr>
            <p:ph idx="5" type="title"/>
          </p:nvPr>
        </p:nvSpPr>
        <p:spPr>
          <a:xfrm>
            <a:off x="134550" y="2545225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Phase 2</a:t>
            </a:r>
            <a:endParaRPr/>
          </a:p>
        </p:txBody>
      </p:sp>
      <p:sp>
        <p:nvSpPr>
          <p:cNvPr id="1296" name="Google Shape;1296;p72"/>
          <p:cNvSpPr txBox="1"/>
          <p:nvPr>
            <p:ph idx="3" type="title"/>
          </p:nvPr>
        </p:nvSpPr>
        <p:spPr>
          <a:xfrm>
            <a:off x="3877025" y="904338"/>
            <a:ext cx="2296500" cy="297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Activities</a:t>
            </a:r>
            <a:endParaRPr/>
          </a:p>
        </p:txBody>
      </p:sp>
      <p:sp>
        <p:nvSpPr>
          <p:cNvPr id="1297" name="Google Shape;1297;p72"/>
          <p:cNvSpPr txBox="1"/>
          <p:nvPr>
            <p:ph idx="4" type="title"/>
          </p:nvPr>
        </p:nvSpPr>
        <p:spPr>
          <a:xfrm>
            <a:off x="6291700" y="904338"/>
            <a:ext cx="2296500" cy="297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Deliverables</a:t>
            </a:r>
            <a:endParaRPr/>
          </a:p>
        </p:txBody>
      </p:sp>
      <p:sp>
        <p:nvSpPr>
          <p:cNvPr id="1298" name="Google Shape;1298;p72"/>
          <p:cNvSpPr txBox="1"/>
          <p:nvPr>
            <p:ph idx="20" type="title"/>
          </p:nvPr>
        </p:nvSpPr>
        <p:spPr>
          <a:xfrm>
            <a:off x="38100" y="319650"/>
            <a:ext cx="3116700" cy="431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roadmap</a:t>
            </a:r>
            <a:endParaRPr/>
          </a:p>
        </p:txBody>
      </p:sp>
      <p:sp>
        <p:nvSpPr>
          <p:cNvPr id="1299" name="Google Shape;1299;p72"/>
          <p:cNvSpPr txBox="1"/>
          <p:nvPr>
            <p:ph type="title"/>
          </p:nvPr>
        </p:nvSpPr>
        <p:spPr>
          <a:xfrm>
            <a:off x="134550" y="1339350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Phase 1</a:t>
            </a:r>
            <a:endParaRPr/>
          </a:p>
        </p:txBody>
      </p:sp>
      <p:sp>
        <p:nvSpPr>
          <p:cNvPr id="1300" name="Google Shape;1300;p72"/>
          <p:cNvSpPr txBox="1"/>
          <p:nvPr>
            <p:ph idx="6" type="title"/>
          </p:nvPr>
        </p:nvSpPr>
        <p:spPr>
          <a:xfrm>
            <a:off x="134550" y="3703975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Phase 3</a:t>
            </a:r>
            <a:endParaRPr/>
          </a:p>
        </p:txBody>
      </p:sp>
      <p:sp>
        <p:nvSpPr>
          <p:cNvPr id="1301" name="Google Shape;1301;p72"/>
          <p:cNvSpPr txBox="1"/>
          <p:nvPr>
            <p:ph idx="16" type="title"/>
          </p:nvPr>
        </p:nvSpPr>
        <p:spPr>
          <a:xfrm>
            <a:off x="1328751" y="1346706"/>
            <a:ext cx="2296500" cy="9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this slide to map out the steps in more detail. State the main objective for each phase. Think about what needs to be achieved.</a:t>
            </a:r>
            <a:endParaRPr/>
          </a:p>
        </p:txBody>
      </p:sp>
      <p:sp>
        <p:nvSpPr>
          <p:cNvPr id="1302" name="Google Shape;1302;p72"/>
          <p:cNvSpPr txBox="1"/>
          <p:nvPr>
            <p:ph idx="17" type="title"/>
          </p:nvPr>
        </p:nvSpPr>
        <p:spPr>
          <a:xfrm>
            <a:off x="1328751" y="2511458"/>
            <a:ext cx="2296500" cy="9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this slide to map out the steps in more detail. State the main objective for each phase. Think about what needs to be achieved.</a:t>
            </a:r>
            <a:endParaRPr/>
          </a:p>
        </p:txBody>
      </p:sp>
      <p:sp>
        <p:nvSpPr>
          <p:cNvPr id="1303" name="Google Shape;1303;p72"/>
          <p:cNvSpPr txBox="1"/>
          <p:nvPr>
            <p:ph idx="18" type="title"/>
          </p:nvPr>
        </p:nvSpPr>
        <p:spPr>
          <a:xfrm>
            <a:off x="1328751" y="3676294"/>
            <a:ext cx="2296500" cy="92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this slide to map out the steps in more detail. State the main objective for each phase. Think about what needs to be achieved.</a:t>
            </a:r>
            <a:endParaRPr/>
          </a:p>
        </p:txBody>
      </p:sp>
      <p:sp>
        <p:nvSpPr>
          <p:cNvPr id="1304" name="Google Shape;1304;p72"/>
          <p:cNvSpPr txBox="1"/>
          <p:nvPr>
            <p:ph idx="14" type="title"/>
          </p:nvPr>
        </p:nvSpPr>
        <p:spPr>
          <a:xfrm>
            <a:off x="6373532" y="1369856"/>
            <a:ext cx="2160300" cy="90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12065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</a:pPr>
            <a:r>
              <a:rPr lang="en"/>
              <a:t>List final outcomes </a:t>
            </a:r>
            <a:endParaRPr/>
          </a:p>
          <a:p>
            <a:pPr indent="-120650" lvl="0" marL="1143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</a:pPr>
            <a:r>
              <a:rPr lang="en"/>
              <a:t>These could be documents,  prototypes, or reports</a:t>
            </a:r>
            <a:endParaRPr/>
          </a:p>
        </p:txBody>
      </p:sp>
      <p:sp>
        <p:nvSpPr>
          <p:cNvPr id="1305" name="Google Shape;1305;p72"/>
          <p:cNvSpPr txBox="1"/>
          <p:nvPr>
            <p:ph idx="21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Year/Quarter/Month</a:t>
            </a:r>
            <a:endParaRPr/>
          </a:p>
        </p:txBody>
      </p:sp>
      <p:sp>
        <p:nvSpPr>
          <p:cNvPr id="1306" name="Google Shape;1306;p72"/>
          <p:cNvSpPr txBox="1"/>
          <p:nvPr>
            <p:ph idx="1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1307" name="Google Shape;1307;p72"/>
          <p:cNvSpPr txBox="1"/>
          <p:nvPr>
            <p:ph idx="7" type="title"/>
          </p:nvPr>
        </p:nvSpPr>
        <p:spPr>
          <a:xfrm>
            <a:off x="3885207" y="1353963"/>
            <a:ext cx="2160300" cy="90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12065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</a:pPr>
            <a:r>
              <a:rPr lang="en"/>
              <a:t>List key tasks </a:t>
            </a:r>
            <a:endParaRPr/>
          </a:p>
          <a:p>
            <a:pPr indent="-12065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</a:pPr>
            <a:r>
              <a:rPr lang="en"/>
              <a:t>Be specific and add as many as you need</a:t>
            </a:r>
            <a:endParaRPr/>
          </a:p>
        </p:txBody>
      </p:sp>
      <p:sp>
        <p:nvSpPr>
          <p:cNvPr id="1308" name="Google Shape;1308;p72"/>
          <p:cNvSpPr txBox="1"/>
          <p:nvPr>
            <p:ph idx="7" type="title"/>
          </p:nvPr>
        </p:nvSpPr>
        <p:spPr>
          <a:xfrm>
            <a:off x="3885207" y="2518658"/>
            <a:ext cx="2160300" cy="90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12065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</a:pPr>
            <a:r>
              <a:rPr lang="en"/>
              <a:t>List key tasks </a:t>
            </a:r>
            <a:endParaRPr/>
          </a:p>
          <a:p>
            <a:pPr indent="-12065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</a:pPr>
            <a:r>
              <a:rPr lang="en"/>
              <a:t>Be specific and add as many as you need</a:t>
            </a:r>
            <a:endParaRPr/>
          </a:p>
        </p:txBody>
      </p:sp>
      <p:sp>
        <p:nvSpPr>
          <p:cNvPr id="1309" name="Google Shape;1309;p72"/>
          <p:cNvSpPr txBox="1"/>
          <p:nvPr>
            <p:ph idx="7" type="title"/>
          </p:nvPr>
        </p:nvSpPr>
        <p:spPr>
          <a:xfrm>
            <a:off x="3885207" y="3677681"/>
            <a:ext cx="2160300" cy="90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12065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</a:pPr>
            <a:r>
              <a:rPr lang="en"/>
              <a:t>List key tasks </a:t>
            </a:r>
            <a:endParaRPr/>
          </a:p>
          <a:p>
            <a:pPr indent="-12065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</a:pPr>
            <a:r>
              <a:rPr lang="en"/>
              <a:t>Be specific and add as many as you need</a:t>
            </a:r>
            <a:endParaRPr/>
          </a:p>
        </p:txBody>
      </p:sp>
      <p:sp>
        <p:nvSpPr>
          <p:cNvPr id="1310" name="Google Shape;1310;p72"/>
          <p:cNvSpPr txBox="1"/>
          <p:nvPr>
            <p:ph idx="14" type="title"/>
          </p:nvPr>
        </p:nvSpPr>
        <p:spPr>
          <a:xfrm>
            <a:off x="6373532" y="2518520"/>
            <a:ext cx="2160300" cy="90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12065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</a:pPr>
            <a:r>
              <a:rPr lang="en"/>
              <a:t>List final outcomes </a:t>
            </a:r>
            <a:endParaRPr/>
          </a:p>
          <a:p>
            <a:pPr indent="-120650" lvl="0" marL="1143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</a:pPr>
            <a:r>
              <a:rPr lang="en"/>
              <a:t>These could be documents,  prototypes, or reports</a:t>
            </a:r>
            <a:endParaRPr/>
          </a:p>
        </p:txBody>
      </p:sp>
      <p:sp>
        <p:nvSpPr>
          <p:cNvPr id="1311" name="Google Shape;1311;p72"/>
          <p:cNvSpPr txBox="1"/>
          <p:nvPr>
            <p:ph idx="14" type="title"/>
          </p:nvPr>
        </p:nvSpPr>
        <p:spPr>
          <a:xfrm>
            <a:off x="6373532" y="3672244"/>
            <a:ext cx="2160300" cy="90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12065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</a:pPr>
            <a:r>
              <a:rPr lang="en"/>
              <a:t>List final outcomes </a:t>
            </a:r>
            <a:endParaRPr/>
          </a:p>
          <a:p>
            <a:pPr indent="-120650" lvl="0" marL="1143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</a:pPr>
            <a:r>
              <a:rPr lang="en"/>
              <a:t>These could be documents,  prototypes, or reports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5" name="Shape 1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miling business woman working with laptop while looking at camera in modern startup office" id="1316" name="Google Shape;1316;p73"/>
          <p:cNvPicPr preferRelativeResize="0"/>
          <p:nvPr>
            <p:ph idx="3" type="pic"/>
          </p:nvPr>
        </p:nvPicPr>
        <p:blipFill rotWithShape="1">
          <a:blip r:embed="rId3">
            <a:alphaModFix/>
          </a:blip>
          <a:srcRect b="50386" l="30619" r="34809" t="0"/>
          <a:stretch/>
        </p:blipFill>
        <p:spPr>
          <a:xfrm>
            <a:off x="227225" y="1832375"/>
            <a:ext cx="821100" cy="785401"/>
          </a:xfrm>
          <a:prstGeom prst="rect">
            <a:avLst/>
          </a:prstGeom>
        </p:spPr>
      </p:pic>
      <p:pic>
        <p:nvPicPr>
          <p:cNvPr descr="Portrait of smiling business woman with suit working in office " id="1317" name="Google Shape;1317;p73"/>
          <p:cNvPicPr preferRelativeResize="0"/>
          <p:nvPr>
            <p:ph idx="4" type="pic"/>
          </p:nvPr>
        </p:nvPicPr>
        <p:blipFill rotWithShape="1">
          <a:blip r:embed="rId4">
            <a:alphaModFix/>
          </a:blip>
          <a:srcRect b="46910" l="30916" r="34505" t="3500"/>
          <a:stretch/>
        </p:blipFill>
        <p:spPr>
          <a:xfrm>
            <a:off x="227225" y="2672425"/>
            <a:ext cx="821100" cy="785399"/>
          </a:xfrm>
          <a:prstGeom prst="rect">
            <a:avLst/>
          </a:prstGeom>
        </p:spPr>
      </p:pic>
      <p:pic>
        <p:nvPicPr>
          <p:cNvPr descr="Businessman using computer in office" id="1318" name="Google Shape;1318;p73"/>
          <p:cNvPicPr preferRelativeResize="0"/>
          <p:nvPr>
            <p:ph idx="5" type="pic"/>
          </p:nvPr>
        </p:nvPicPr>
        <p:blipFill rotWithShape="1">
          <a:blip r:embed="rId5">
            <a:alphaModFix/>
          </a:blip>
          <a:srcRect b="39722" l="23995" r="37507" t="35716"/>
          <a:stretch/>
        </p:blipFill>
        <p:spPr>
          <a:xfrm>
            <a:off x="227225" y="3512475"/>
            <a:ext cx="821099" cy="785398"/>
          </a:xfrm>
          <a:prstGeom prst="rect">
            <a:avLst/>
          </a:prstGeom>
        </p:spPr>
      </p:pic>
      <p:sp>
        <p:nvSpPr>
          <p:cNvPr id="1319" name="Google Shape;1319;p73"/>
          <p:cNvSpPr txBox="1"/>
          <p:nvPr>
            <p:ph idx="2" type="title"/>
          </p:nvPr>
        </p:nvSpPr>
        <p:spPr>
          <a:xfrm>
            <a:off x="85725" y="1287875"/>
            <a:ext cx="33474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Contact list</a:t>
            </a:r>
            <a:endParaRPr/>
          </a:p>
        </p:txBody>
      </p:sp>
      <p:sp>
        <p:nvSpPr>
          <p:cNvPr id="1320" name="Google Shape;1320;p73"/>
          <p:cNvSpPr txBox="1"/>
          <p:nvPr>
            <p:ph idx="9" type="title"/>
          </p:nvPr>
        </p:nvSpPr>
        <p:spPr>
          <a:xfrm>
            <a:off x="3820750" y="1711525"/>
            <a:ext cx="1800000" cy="12621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"/>
                <a:ea typeface="Sora"/>
                <a:cs typeface="Sora"/>
                <a:sym typeface="Sora"/>
              </a:rPr>
              <a:t>Briefing</a:t>
            </a:r>
            <a:endParaRPr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"/>
                <a:ea typeface="Sora"/>
                <a:cs typeface="Sora"/>
                <a:sym typeface="Sora"/>
              </a:rPr>
              <a:t>Meeting minutes</a:t>
            </a:r>
            <a:endParaRPr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"/>
                <a:ea typeface="Sora"/>
                <a:cs typeface="Sora"/>
                <a:sym typeface="Sora"/>
              </a:rPr>
              <a:t>Concept deck</a:t>
            </a:r>
            <a:endParaRPr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"/>
                <a:ea typeface="Sora"/>
                <a:cs typeface="Sora"/>
                <a:sym typeface="Sora"/>
              </a:rPr>
              <a:t>Comms </a:t>
            </a:r>
            <a:r>
              <a:rPr lang="en">
                <a:latin typeface="Sora"/>
                <a:ea typeface="Sora"/>
                <a:cs typeface="Sora"/>
                <a:sym typeface="Sora"/>
              </a:rPr>
              <a:t>plan</a:t>
            </a:r>
            <a:endParaRPr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"/>
                <a:ea typeface="Sora"/>
                <a:cs typeface="Sora"/>
                <a:sym typeface="Sora"/>
              </a:rPr>
              <a:t>Image library</a:t>
            </a:r>
            <a:endParaRPr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321" name="Google Shape;1321;p73"/>
          <p:cNvSpPr txBox="1"/>
          <p:nvPr>
            <p:ph idx="14" type="title"/>
          </p:nvPr>
        </p:nvSpPr>
        <p:spPr>
          <a:xfrm>
            <a:off x="5518325" y="1711575"/>
            <a:ext cx="1322100" cy="1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"/>
                <a:ea typeface="Sora"/>
                <a:cs typeface="Sora"/>
                <a:sym typeface="Sora"/>
              </a:rPr>
              <a:t>Brand assets</a:t>
            </a:r>
            <a:endParaRPr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"/>
                <a:ea typeface="Sora"/>
                <a:cs typeface="Sora"/>
                <a:sym typeface="Sora"/>
              </a:rPr>
              <a:t>Style guides</a:t>
            </a:r>
            <a:endParaRPr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"/>
                <a:ea typeface="Sora"/>
                <a:cs typeface="Sora"/>
                <a:sym typeface="Sora"/>
              </a:rPr>
              <a:t>Case studies</a:t>
            </a:r>
            <a:endParaRPr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"/>
                <a:ea typeface="Sora"/>
                <a:cs typeface="Sora"/>
                <a:sym typeface="Sora"/>
              </a:rPr>
              <a:t>White paper</a:t>
            </a:r>
            <a:endParaRPr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"/>
                <a:ea typeface="Sora"/>
                <a:cs typeface="Sora"/>
                <a:sym typeface="Sora"/>
              </a:rPr>
              <a:t>O</a:t>
            </a:r>
            <a:r>
              <a:rPr lang="en">
                <a:latin typeface="Sora"/>
                <a:ea typeface="Sora"/>
                <a:cs typeface="Sora"/>
                <a:sym typeface="Sora"/>
              </a:rPr>
              <a:t>t</a:t>
            </a:r>
            <a:r>
              <a:rPr lang="en">
                <a:latin typeface="Sora"/>
                <a:ea typeface="Sora"/>
                <a:cs typeface="Sora"/>
                <a:sym typeface="Sora"/>
              </a:rPr>
              <a:t>her files</a:t>
            </a:r>
            <a:endParaRPr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322" name="Google Shape;1322;p73"/>
          <p:cNvSpPr txBox="1"/>
          <p:nvPr>
            <p:ph idx="13" type="title"/>
          </p:nvPr>
        </p:nvSpPr>
        <p:spPr>
          <a:xfrm>
            <a:off x="7107575" y="1711450"/>
            <a:ext cx="874200" cy="1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"/>
                <a:ea typeface="Sora"/>
                <a:cs typeface="Sora"/>
                <a:sym typeface="Sora"/>
              </a:rPr>
              <a:t>O</a:t>
            </a:r>
            <a:r>
              <a:rPr lang="en">
                <a:latin typeface="Sora"/>
                <a:ea typeface="Sora"/>
                <a:cs typeface="Sora"/>
                <a:sym typeface="Sora"/>
              </a:rPr>
              <a:t>t</a:t>
            </a:r>
            <a:r>
              <a:rPr lang="en">
                <a:latin typeface="Sora"/>
                <a:ea typeface="Sora"/>
                <a:cs typeface="Sora"/>
                <a:sym typeface="Sora"/>
              </a:rPr>
              <a:t>her files</a:t>
            </a:r>
            <a:endParaRPr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"/>
                <a:ea typeface="Sora"/>
                <a:cs typeface="Sora"/>
                <a:sym typeface="Sora"/>
              </a:rPr>
              <a:t>Other files</a:t>
            </a:r>
            <a:endParaRPr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"/>
                <a:ea typeface="Sora"/>
                <a:cs typeface="Sora"/>
                <a:sym typeface="Sora"/>
              </a:rPr>
              <a:t>Other files</a:t>
            </a:r>
            <a:endParaRPr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"/>
                <a:ea typeface="Sora"/>
                <a:cs typeface="Sora"/>
                <a:sym typeface="Sora"/>
              </a:rPr>
              <a:t>Other files</a:t>
            </a:r>
            <a:endParaRPr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"/>
                <a:ea typeface="Sora"/>
                <a:cs typeface="Sora"/>
                <a:sym typeface="Sora"/>
              </a:rPr>
              <a:t>Other files</a:t>
            </a:r>
            <a:endParaRPr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323" name="Google Shape;1323;p73"/>
          <p:cNvSpPr txBox="1"/>
          <p:nvPr>
            <p:ph idx="6" type="title"/>
          </p:nvPr>
        </p:nvSpPr>
        <p:spPr>
          <a:xfrm>
            <a:off x="1048325" y="183237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 Medium"/>
                <a:ea typeface="Sora Medium"/>
                <a:cs typeface="Sora Medium"/>
                <a:sym typeface="Sora Medium"/>
              </a:rPr>
              <a:t>Full </a:t>
            </a:r>
            <a:r>
              <a:rPr lang="en">
                <a:latin typeface="Sora Medium"/>
                <a:ea typeface="Sora Medium"/>
                <a:cs typeface="Sora Medium"/>
                <a:sym typeface="Sora Medium"/>
              </a:rPr>
              <a:t>Name</a:t>
            </a:r>
            <a:endParaRPr>
              <a:latin typeface="Sora Medium"/>
              <a:ea typeface="Sora Medium"/>
              <a:cs typeface="Sora Medium"/>
              <a:sym typeface="Sora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Title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Email</a:t>
            </a:r>
            <a:endParaRPr/>
          </a:p>
        </p:txBody>
      </p:sp>
      <p:sp>
        <p:nvSpPr>
          <p:cNvPr id="1324" name="Google Shape;1324;p73"/>
          <p:cNvSpPr txBox="1"/>
          <p:nvPr>
            <p:ph idx="7" type="title"/>
          </p:nvPr>
        </p:nvSpPr>
        <p:spPr>
          <a:xfrm>
            <a:off x="1048325" y="267242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 Medium"/>
                <a:ea typeface="Sora Medium"/>
                <a:cs typeface="Sora Medium"/>
                <a:sym typeface="Sora Medium"/>
              </a:rPr>
              <a:t>Full </a:t>
            </a:r>
            <a:r>
              <a:rPr lang="en">
                <a:latin typeface="Sora Medium"/>
                <a:ea typeface="Sora Medium"/>
                <a:cs typeface="Sora Medium"/>
                <a:sym typeface="Sora Medium"/>
              </a:rPr>
              <a:t>Name</a:t>
            </a:r>
            <a:endParaRPr>
              <a:latin typeface="Sora Medium"/>
              <a:ea typeface="Sora Medium"/>
              <a:cs typeface="Sora Medium"/>
              <a:sym typeface="Sora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Title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Email</a:t>
            </a:r>
            <a:endParaRPr/>
          </a:p>
        </p:txBody>
      </p:sp>
      <p:sp>
        <p:nvSpPr>
          <p:cNvPr id="1325" name="Google Shape;1325;p73"/>
          <p:cNvSpPr txBox="1"/>
          <p:nvPr>
            <p:ph idx="8" type="title"/>
          </p:nvPr>
        </p:nvSpPr>
        <p:spPr>
          <a:xfrm>
            <a:off x="1048325" y="351247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Full </a:t>
            </a:r>
            <a:r>
              <a:rPr b="1" lang="en"/>
              <a:t>Name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Title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Email</a:t>
            </a:r>
            <a:endParaRPr/>
          </a:p>
        </p:txBody>
      </p:sp>
      <p:sp>
        <p:nvSpPr>
          <p:cNvPr id="1326" name="Google Shape;1326;p73"/>
          <p:cNvSpPr txBox="1"/>
          <p:nvPr>
            <p:ph type="title"/>
          </p:nvPr>
        </p:nvSpPr>
        <p:spPr>
          <a:xfrm>
            <a:off x="3822450" y="1287875"/>
            <a:ext cx="4295400" cy="277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Links to key files and documents</a:t>
            </a:r>
            <a:endParaRPr/>
          </a:p>
        </p:txBody>
      </p:sp>
      <p:sp>
        <p:nvSpPr>
          <p:cNvPr id="1327" name="Google Shape;1327;p73"/>
          <p:cNvSpPr txBox="1"/>
          <p:nvPr>
            <p:ph idx="15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1328" name="Google Shape;1328;p73"/>
          <p:cNvSpPr txBox="1"/>
          <p:nvPr>
            <p:ph idx="16" type="title"/>
          </p:nvPr>
        </p:nvSpPr>
        <p:spPr>
          <a:xfrm>
            <a:off x="93381" y="502775"/>
            <a:ext cx="71781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Resources</a:t>
            </a:r>
            <a:endParaRPr/>
          </a:p>
        </p:txBody>
      </p:sp>
      <p:sp>
        <p:nvSpPr>
          <p:cNvPr id="1329" name="Google Shape;1329;p73"/>
          <p:cNvSpPr txBox="1"/>
          <p:nvPr>
            <p:ph idx="1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Year/Quarter/Month</a:t>
            </a:r>
            <a:endParaRPr/>
          </a:p>
        </p:txBody>
      </p:sp>
      <p:sp>
        <p:nvSpPr>
          <p:cNvPr id="1330" name="Google Shape;1330;p73"/>
          <p:cNvSpPr/>
          <p:nvPr/>
        </p:nvSpPr>
        <p:spPr>
          <a:xfrm flipH="1" rot="10800000">
            <a:off x="3820750" y="1627625"/>
            <a:ext cx="53232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4" name="Shape 1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5" name="Google Shape;1335;p74"/>
          <p:cNvGrpSpPr/>
          <p:nvPr/>
        </p:nvGrpSpPr>
        <p:grpSpPr>
          <a:xfrm>
            <a:off x="7606813" y="703147"/>
            <a:ext cx="1133946" cy="748551"/>
            <a:chOff x="5697850" y="709700"/>
            <a:chExt cx="1039745" cy="831815"/>
          </a:xfrm>
        </p:grpSpPr>
        <p:sp>
          <p:nvSpPr>
            <p:cNvPr id="1336" name="Google Shape;1336;p74"/>
            <p:cNvSpPr/>
            <p:nvPr/>
          </p:nvSpPr>
          <p:spPr>
            <a:xfrm>
              <a:off x="5697850" y="709700"/>
              <a:ext cx="206400" cy="170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rPr>
                <a:t>R</a:t>
              </a:r>
              <a:endParaRPr sz="9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337" name="Google Shape;1337;p74"/>
            <p:cNvSpPr/>
            <p:nvPr/>
          </p:nvSpPr>
          <p:spPr>
            <a:xfrm>
              <a:off x="5975892" y="737602"/>
              <a:ext cx="718800" cy="11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rPr>
                <a:t>Responsible</a:t>
              </a:r>
              <a:endParaRPr sz="9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338" name="Google Shape;1338;p74"/>
            <p:cNvSpPr/>
            <p:nvPr/>
          </p:nvSpPr>
          <p:spPr>
            <a:xfrm>
              <a:off x="5697850" y="927853"/>
              <a:ext cx="206400" cy="170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rPr>
                <a:t>A</a:t>
              </a:r>
              <a:endParaRPr sz="9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339" name="Google Shape;1339;p74"/>
            <p:cNvSpPr/>
            <p:nvPr/>
          </p:nvSpPr>
          <p:spPr>
            <a:xfrm>
              <a:off x="5975895" y="955742"/>
              <a:ext cx="761700" cy="11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rPr>
                <a:t>Accountable</a:t>
              </a:r>
              <a:endParaRPr sz="9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340" name="Google Shape;1340;p74"/>
            <p:cNvSpPr/>
            <p:nvPr/>
          </p:nvSpPr>
          <p:spPr>
            <a:xfrm>
              <a:off x="5697850" y="1146003"/>
              <a:ext cx="206400" cy="1704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rPr>
                <a:t>C</a:t>
              </a:r>
              <a:endParaRPr sz="9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341" name="Google Shape;1341;p74"/>
            <p:cNvSpPr/>
            <p:nvPr/>
          </p:nvSpPr>
          <p:spPr>
            <a:xfrm>
              <a:off x="5975895" y="1173892"/>
              <a:ext cx="761700" cy="11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rPr>
                <a:t>Consulted</a:t>
              </a:r>
              <a:endParaRPr sz="9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342" name="Google Shape;1342;p74"/>
            <p:cNvSpPr/>
            <p:nvPr/>
          </p:nvSpPr>
          <p:spPr>
            <a:xfrm>
              <a:off x="5697850" y="1371115"/>
              <a:ext cx="206400" cy="1704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rPr>
                <a:t>I</a:t>
              </a:r>
              <a:endParaRPr sz="9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343" name="Google Shape;1343;p74"/>
            <p:cNvSpPr/>
            <p:nvPr/>
          </p:nvSpPr>
          <p:spPr>
            <a:xfrm>
              <a:off x="5975895" y="1392054"/>
              <a:ext cx="761700" cy="11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rPr>
                <a:t>Informed </a:t>
              </a:r>
              <a:endParaRPr sz="9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1344" name="Google Shape;1344;p74"/>
          <p:cNvSpPr txBox="1"/>
          <p:nvPr>
            <p:ph idx="3" type="title"/>
          </p:nvPr>
        </p:nvSpPr>
        <p:spPr>
          <a:xfrm>
            <a:off x="228600" y="4748562"/>
            <a:ext cx="1939200" cy="189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Year/Quarter/Month</a:t>
            </a:r>
            <a:endParaRPr/>
          </a:p>
        </p:txBody>
      </p:sp>
      <p:sp>
        <p:nvSpPr>
          <p:cNvPr id="1345" name="Google Shape;1345;p74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1346" name="Google Shape;1346;p74"/>
          <p:cNvSpPr txBox="1"/>
          <p:nvPr>
            <p:ph idx="2" type="title"/>
          </p:nvPr>
        </p:nvSpPr>
        <p:spPr>
          <a:xfrm>
            <a:off x="115025" y="502775"/>
            <a:ext cx="5829000" cy="118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RACI matrix project </a:t>
            </a:r>
            <a:r>
              <a:rPr lang="en"/>
              <a:t>management</a:t>
            </a:r>
            <a:r>
              <a:rPr lang="en"/>
              <a:t> </a:t>
            </a:r>
            <a:endParaRPr/>
          </a:p>
        </p:txBody>
      </p:sp>
      <p:grpSp>
        <p:nvGrpSpPr>
          <p:cNvPr id="1347" name="Google Shape;1347;p74"/>
          <p:cNvGrpSpPr/>
          <p:nvPr/>
        </p:nvGrpSpPr>
        <p:grpSpPr>
          <a:xfrm>
            <a:off x="242650" y="1752913"/>
            <a:ext cx="8498175" cy="2460738"/>
            <a:chOff x="242650" y="1752913"/>
            <a:chExt cx="8498175" cy="2460738"/>
          </a:xfrm>
        </p:grpSpPr>
        <p:sp>
          <p:nvSpPr>
            <p:cNvPr id="1348" name="Google Shape;1348;p74"/>
            <p:cNvSpPr/>
            <p:nvPr/>
          </p:nvSpPr>
          <p:spPr>
            <a:xfrm>
              <a:off x="2267925" y="2199375"/>
              <a:ext cx="842400" cy="2688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accent2"/>
                </a:gs>
                <a:gs pos="40000">
                  <a:schemeClr val="accent2"/>
                </a:gs>
                <a:gs pos="100000">
                  <a:schemeClr val="lt2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rPr>
                <a:t>R</a:t>
              </a:r>
              <a:endParaRPr b="1"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349" name="Google Shape;1349;p74"/>
            <p:cNvSpPr/>
            <p:nvPr/>
          </p:nvSpPr>
          <p:spPr>
            <a:xfrm>
              <a:off x="242650" y="2165350"/>
              <a:ext cx="1430100" cy="3576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rPr>
                <a:t>Project stage 1 </a:t>
              </a:r>
              <a:endPara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350" name="Google Shape;1350;p74"/>
            <p:cNvSpPr/>
            <p:nvPr/>
          </p:nvSpPr>
          <p:spPr>
            <a:xfrm>
              <a:off x="242650" y="2588025"/>
              <a:ext cx="1430100" cy="3576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rPr>
                <a:t>Project stage 2</a:t>
              </a:r>
              <a:endPara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351" name="Google Shape;1351;p74"/>
            <p:cNvSpPr/>
            <p:nvPr/>
          </p:nvSpPr>
          <p:spPr>
            <a:xfrm>
              <a:off x="242650" y="3010700"/>
              <a:ext cx="1430100" cy="3576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rPr>
                <a:t>Project stage 3</a:t>
              </a:r>
              <a:endPara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352" name="Google Shape;1352;p74"/>
            <p:cNvSpPr/>
            <p:nvPr/>
          </p:nvSpPr>
          <p:spPr>
            <a:xfrm>
              <a:off x="242650" y="3433375"/>
              <a:ext cx="1430100" cy="3576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rPr>
                <a:t>Project stage 4</a:t>
              </a:r>
              <a:endPara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353" name="Google Shape;1353;p74"/>
            <p:cNvSpPr/>
            <p:nvPr/>
          </p:nvSpPr>
          <p:spPr>
            <a:xfrm>
              <a:off x="242650" y="3856050"/>
              <a:ext cx="1430100" cy="3576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rPr>
                <a:t>Project stage 5</a:t>
              </a:r>
              <a:endPara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354" name="Google Shape;1354;p74"/>
            <p:cNvSpPr/>
            <p:nvPr/>
          </p:nvSpPr>
          <p:spPr>
            <a:xfrm>
              <a:off x="2267925" y="2632425"/>
              <a:ext cx="842400" cy="2688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accent2"/>
                </a:gs>
                <a:gs pos="40000">
                  <a:schemeClr val="accent2"/>
                </a:gs>
                <a:gs pos="100000">
                  <a:schemeClr val="lt2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rPr>
                <a:t>R</a:t>
              </a:r>
              <a:endParaRPr b="1"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355" name="Google Shape;1355;p74"/>
            <p:cNvSpPr/>
            <p:nvPr/>
          </p:nvSpPr>
          <p:spPr>
            <a:xfrm>
              <a:off x="2267925" y="3055100"/>
              <a:ext cx="842400" cy="2688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accent2"/>
                </a:gs>
                <a:gs pos="40000">
                  <a:schemeClr val="accent2"/>
                </a:gs>
                <a:gs pos="100000">
                  <a:schemeClr val="lt2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rPr>
                <a:t>R</a:t>
              </a:r>
              <a:endParaRPr b="1"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356" name="Google Shape;1356;p74"/>
            <p:cNvSpPr/>
            <p:nvPr/>
          </p:nvSpPr>
          <p:spPr>
            <a:xfrm>
              <a:off x="2267925" y="3477775"/>
              <a:ext cx="842400" cy="2688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accent1"/>
                </a:gs>
                <a:gs pos="40000">
                  <a:schemeClr val="lt2"/>
                </a:gs>
                <a:gs pos="100000">
                  <a:schemeClr val="lt2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rPr>
                <a:t>A</a:t>
              </a:r>
              <a:endParaRPr b="1"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357" name="Google Shape;1357;p74"/>
            <p:cNvSpPr/>
            <p:nvPr/>
          </p:nvSpPr>
          <p:spPr>
            <a:xfrm>
              <a:off x="2267925" y="3887963"/>
              <a:ext cx="842400" cy="2688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accent3"/>
                </a:gs>
                <a:gs pos="75000">
                  <a:schemeClr val="accent3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rPr>
                <a:t>C</a:t>
              </a:r>
              <a:endParaRPr b="1"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358" name="Google Shape;1358;p74"/>
            <p:cNvSpPr/>
            <p:nvPr/>
          </p:nvSpPr>
          <p:spPr>
            <a:xfrm>
              <a:off x="4013688" y="2199363"/>
              <a:ext cx="842400" cy="2688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accent1"/>
                </a:gs>
                <a:gs pos="40000">
                  <a:schemeClr val="lt2"/>
                </a:gs>
                <a:gs pos="100000">
                  <a:schemeClr val="lt2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rPr>
                <a:t>A</a:t>
              </a:r>
              <a:endParaRPr b="1"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359" name="Google Shape;1359;p74"/>
            <p:cNvSpPr/>
            <p:nvPr/>
          </p:nvSpPr>
          <p:spPr>
            <a:xfrm>
              <a:off x="4013688" y="2632413"/>
              <a:ext cx="842400" cy="2688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accent1"/>
                </a:gs>
                <a:gs pos="40000">
                  <a:schemeClr val="lt2"/>
                </a:gs>
                <a:gs pos="100000">
                  <a:schemeClr val="lt2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rPr>
                <a:t>A</a:t>
              </a:r>
              <a:endParaRPr b="1"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360" name="Google Shape;1360;p74"/>
            <p:cNvSpPr/>
            <p:nvPr/>
          </p:nvSpPr>
          <p:spPr>
            <a:xfrm>
              <a:off x="4013688" y="3055088"/>
              <a:ext cx="842400" cy="2688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accent4"/>
                </a:gs>
                <a:gs pos="53000">
                  <a:schemeClr val="accent4"/>
                </a:gs>
                <a:gs pos="100000">
                  <a:schemeClr val="accent3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rPr>
                <a:t>I</a:t>
              </a:r>
              <a:endParaRPr b="1"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361" name="Google Shape;1361;p74"/>
            <p:cNvSpPr/>
            <p:nvPr/>
          </p:nvSpPr>
          <p:spPr>
            <a:xfrm>
              <a:off x="4013688" y="3477763"/>
              <a:ext cx="842400" cy="2688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accent4"/>
                </a:gs>
                <a:gs pos="53000">
                  <a:schemeClr val="accent4"/>
                </a:gs>
                <a:gs pos="100000">
                  <a:schemeClr val="accent3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rPr>
                <a:t>I</a:t>
              </a:r>
              <a:endParaRPr b="1"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362" name="Google Shape;1362;p74"/>
            <p:cNvSpPr/>
            <p:nvPr/>
          </p:nvSpPr>
          <p:spPr>
            <a:xfrm>
              <a:off x="4013688" y="3887950"/>
              <a:ext cx="842400" cy="2688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accent4"/>
                </a:gs>
                <a:gs pos="53000">
                  <a:schemeClr val="accent4"/>
                </a:gs>
                <a:gs pos="100000">
                  <a:schemeClr val="accent3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rPr>
                <a:t>I</a:t>
              </a:r>
              <a:endParaRPr b="1"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363" name="Google Shape;1363;p74"/>
            <p:cNvSpPr/>
            <p:nvPr/>
          </p:nvSpPr>
          <p:spPr>
            <a:xfrm>
              <a:off x="5759475" y="2199363"/>
              <a:ext cx="842400" cy="2688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accent4"/>
                </a:gs>
                <a:gs pos="53000">
                  <a:schemeClr val="accent4"/>
                </a:gs>
                <a:gs pos="100000">
                  <a:schemeClr val="accent3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rPr>
                <a:t>I</a:t>
              </a:r>
              <a:endParaRPr b="1"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364" name="Google Shape;1364;p74"/>
            <p:cNvSpPr/>
            <p:nvPr/>
          </p:nvSpPr>
          <p:spPr>
            <a:xfrm>
              <a:off x="5759475" y="2632413"/>
              <a:ext cx="842400" cy="2688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accent4"/>
                </a:gs>
                <a:gs pos="53000">
                  <a:schemeClr val="accent4"/>
                </a:gs>
                <a:gs pos="100000">
                  <a:schemeClr val="accent3"/>
                </a:gs>
              </a:gsLst>
              <a:lin ang="18900044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rPr>
                <a:t>I</a:t>
              </a:r>
              <a:endParaRPr b="1"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365" name="Google Shape;1365;p74"/>
            <p:cNvSpPr/>
            <p:nvPr/>
          </p:nvSpPr>
          <p:spPr>
            <a:xfrm>
              <a:off x="5759475" y="3055088"/>
              <a:ext cx="842400" cy="2688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accent1"/>
                </a:gs>
                <a:gs pos="40000">
                  <a:schemeClr val="lt2"/>
                </a:gs>
                <a:gs pos="100000">
                  <a:schemeClr val="lt2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rPr>
                <a:t>A</a:t>
              </a:r>
              <a:endParaRPr b="1"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366" name="Google Shape;1366;p74"/>
            <p:cNvSpPr/>
            <p:nvPr/>
          </p:nvSpPr>
          <p:spPr>
            <a:xfrm>
              <a:off x="5759475" y="3477763"/>
              <a:ext cx="842400" cy="2688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accent3"/>
                </a:gs>
                <a:gs pos="75000">
                  <a:schemeClr val="accent3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rPr>
                <a:t>C</a:t>
              </a:r>
              <a:endParaRPr b="1"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367" name="Google Shape;1367;p74"/>
            <p:cNvSpPr/>
            <p:nvPr/>
          </p:nvSpPr>
          <p:spPr>
            <a:xfrm>
              <a:off x="5759475" y="3887950"/>
              <a:ext cx="842400" cy="2688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accent2"/>
                </a:gs>
                <a:gs pos="40000">
                  <a:schemeClr val="accent2"/>
                </a:gs>
                <a:gs pos="100000">
                  <a:schemeClr val="lt2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rPr>
                <a:t>R</a:t>
              </a:r>
              <a:endParaRPr b="1"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368" name="Google Shape;1368;p74"/>
            <p:cNvSpPr/>
            <p:nvPr/>
          </p:nvSpPr>
          <p:spPr>
            <a:xfrm>
              <a:off x="7505250" y="2188988"/>
              <a:ext cx="842400" cy="2688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accent3"/>
                </a:gs>
                <a:gs pos="75000">
                  <a:schemeClr val="accent3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rPr>
                <a:t>C</a:t>
              </a:r>
              <a:endParaRPr b="1"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369" name="Google Shape;1369;p74"/>
            <p:cNvSpPr/>
            <p:nvPr/>
          </p:nvSpPr>
          <p:spPr>
            <a:xfrm>
              <a:off x="7505250" y="2622038"/>
              <a:ext cx="842400" cy="2688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accent3"/>
                </a:gs>
                <a:gs pos="75000">
                  <a:schemeClr val="accent3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rPr>
                <a:t>C</a:t>
              </a:r>
              <a:endParaRPr b="1"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370" name="Google Shape;1370;p74"/>
            <p:cNvSpPr/>
            <p:nvPr/>
          </p:nvSpPr>
          <p:spPr>
            <a:xfrm>
              <a:off x="7505250" y="3044713"/>
              <a:ext cx="842400" cy="2688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accent3"/>
                </a:gs>
                <a:gs pos="75000">
                  <a:schemeClr val="accent3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rPr>
                <a:t>C</a:t>
              </a:r>
              <a:endParaRPr b="1"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371" name="Google Shape;1371;p74"/>
            <p:cNvSpPr/>
            <p:nvPr/>
          </p:nvSpPr>
          <p:spPr>
            <a:xfrm>
              <a:off x="7505250" y="3467388"/>
              <a:ext cx="842400" cy="2688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accent2"/>
                </a:gs>
                <a:gs pos="40000">
                  <a:schemeClr val="accent2"/>
                </a:gs>
                <a:gs pos="100000">
                  <a:schemeClr val="lt2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rPr>
                <a:t>R</a:t>
              </a:r>
              <a:endParaRPr b="1"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372" name="Google Shape;1372;p74"/>
            <p:cNvSpPr/>
            <p:nvPr/>
          </p:nvSpPr>
          <p:spPr>
            <a:xfrm>
              <a:off x="7505250" y="3877575"/>
              <a:ext cx="842400" cy="2688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accent1"/>
                </a:gs>
                <a:gs pos="40000">
                  <a:schemeClr val="lt2"/>
                </a:gs>
                <a:gs pos="100000">
                  <a:schemeClr val="lt2"/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rPr>
                <a:t>A</a:t>
              </a:r>
              <a:endParaRPr b="1"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373" name="Google Shape;1373;p74"/>
            <p:cNvSpPr txBox="1"/>
            <p:nvPr/>
          </p:nvSpPr>
          <p:spPr>
            <a:xfrm>
              <a:off x="2109725" y="1752913"/>
              <a:ext cx="1177200" cy="28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rPr>
                <a:t>Name 1</a:t>
              </a:r>
              <a:endPara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374" name="Google Shape;1374;p74"/>
            <p:cNvSpPr txBox="1"/>
            <p:nvPr/>
          </p:nvSpPr>
          <p:spPr>
            <a:xfrm>
              <a:off x="3846300" y="1752913"/>
              <a:ext cx="1177200" cy="28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rPr>
                <a:t>Name 2</a:t>
              </a:r>
              <a:endPara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375" name="Google Shape;1375;p74"/>
            <p:cNvSpPr txBox="1"/>
            <p:nvPr/>
          </p:nvSpPr>
          <p:spPr>
            <a:xfrm>
              <a:off x="5592075" y="1752913"/>
              <a:ext cx="1177200" cy="28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rPr>
                <a:t>Name 3</a:t>
              </a:r>
              <a:endPara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376" name="Google Shape;1376;p74"/>
            <p:cNvSpPr txBox="1"/>
            <p:nvPr/>
          </p:nvSpPr>
          <p:spPr>
            <a:xfrm>
              <a:off x="7337850" y="1752913"/>
              <a:ext cx="1177200" cy="28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rPr>
                <a:t>Name 4</a:t>
              </a:r>
              <a:endPara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cxnSp>
          <p:nvCxnSpPr>
            <p:cNvPr id="1377" name="Google Shape;1377;p74"/>
            <p:cNvCxnSpPr/>
            <p:nvPr/>
          </p:nvCxnSpPr>
          <p:spPr>
            <a:xfrm>
              <a:off x="1834225" y="2545625"/>
              <a:ext cx="69066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78" name="Google Shape;1378;p74"/>
            <p:cNvCxnSpPr/>
            <p:nvPr/>
          </p:nvCxnSpPr>
          <p:spPr>
            <a:xfrm>
              <a:off x="1834225" y="2967225"/>
              <a:ext cx="69066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79" name="Google Shape;1379;p74"/>
            <p:cNvCxnSpPr/>
            <p:nvPr/>
          </p:nvCxnSpPr>
          <p:spPr>
            <a:xfrm>
              <a:off x="1834225" y="3404000"/>
              <a:ext cx="69066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80" name="Google Shape;1380;p74"/>
            <p:cNvCxnSpPr/>
            <p:nvPr/>
          </p:nvCxnSpPr>
          <p:spPr>
            <a:xfrm>
              <a:off x="1834225" y="3822750"/>
              <a:ext cx="69066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4" name="Shape 1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5" name="Google Shape;1385;p75"/>
          <p:cNvSpPr/>
          <p:nvPr/>
        </p:nvSpPr>
        <p:spPr>
          <a:xfrm>
            <a:off x="7954745" y="555939"/>
            <a:ext cx="718800" cy="1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Milestones</a:t>
            </a:r>
            <a:endParaRPr sz="9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1386" name="Google Shape;1386;p75"/>
          <p:cNvGrpSpPr/>
          <p:nvPr/>
        </p:nvGrpSpPr>
        <p:grpSpPr>
          <a:xfrm>
            <a:off x="7657338" y="508199"/>
            <a:ext cx="243024" cy="225899"/>
            <a:chOff x="8091822" y="285291"/>
            <a:chExt cx="170400" cy="170400"/>
          </a:xfrm>
        </p:grpSpPr>
        <p:sp>
          <p:nvSpPr>
            <p:cNvPr id="1387" name="Google Shape;1387;p75"/>
            <p:cNvSpPr/>
            <p:nvPr/>
          </p:nvSpPr>
          <p:spPr>
            <a:xfrm>
              <a:off x="8091822" y="285291"/>
              <a:ext cx="170400" cy="1704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pic>
          <p:nvPicPr>
            <p:cNvPr id="1388" name="Google Shape;1388;p7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130631" y="324098"/>
              <a:ext cx="92779" cy="9277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89" name="Google Shape;1389;p7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</a:t>
            </a:r>
            <a:r>
              <a:rPr lang="en"/>
              <a:t> Name</a:t>
            </a:r>
            <a:endParaRPr/>
          </a:p>
        </p:txBody>
      </p:sp>
      <p:sp>
        <p:nvSpPr>
          <p:cNvPr id="1390" name="Google Shape;1390;p75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Year/Quarter/Month</a:t>
            </a:r>
            <a:endParaRPr/>
          </a:p>
        </p:txBody>
      </p:sp>
      <p:grpSp>
        <p:nvGrpSpPr>
          <p:cNvPr id="1391" name="Google Shape;1391;p75"/>
          <p:cNvGrpSpPr/>
          <p:nvPr/>
        </p:nvGrpSpPr>
        <p:grpSpPr>
          <a:xfrm>
            <a:off x="201375" y="1226200"/>
            <a:ext cx="8549098" cy="3405900"/>
            <a:chOff x="201375" y="1226200"/>
            <a:chExt cx="8549098" cy="3405900"/>
          </a:xfrm>
        </p:grpSpPr>
        <p:sp>
          <p:nvSpPr>
            <p:cNvPr id="1392" name="Google Shape;1392;p75"/>
            <p:cNvSpPr txBox="1"/>
            <p:nvPr/>
          </p:nvSpPr>
          <p:spPr>
            <a:xfrm>
              <a:off x="201375" y="1986525"/>
              <a:ext cx="13638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rPr>
                <a:t>Market research</a:t>
              </a:r>
              <a:endPara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393" name="Google Shape;1393;p75"/>
            <p:cNvSpPr txBox="1"/>
            <p:nvPr/>
          </p:nvSpPr>
          <p:spPr>
            <a:xfrm>
              <a:off x="201375" y="2329000"/>
              <a:ext cx="13638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rPr>
                <a:t>Specifications</a:t>
              </a:r>
              <a:endPara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394" name="Google Shape;1394;p75"/>
            <p:cNvSpPr txBox="1"/>
            <p:nvPr/>
          </p:nvSpPr>
          <p:spPr>
            <a:xfrm>
              <a:off x="201375" y="2671475"/>
              <a:ext cx="13638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rPr>
                <a:t>Planning</a:t>
              </a:r>
              <a:endPara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395" name="Google Shape;1395;p75"/>
            <p:cNvSpPr txBox="1"/>
            <p:nvPr/>
          </p:nvSpPr>
          <p:spPr>
            <a:xfrm>
              <a:off x="201375" y="3013950"/>
              <a:ext cx="13638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rPr>
                <a:t>Design</a:t>
              </a:r>
              <a:endPara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396" name="Google Shape;1396;p75"/>
            <p:cNvSpPr txBox="1"/>
            <p:nvPr/>
          </p:nvSpPr>
          <p:spPr>
            <a:xfrm>
              <a:off x="201375" y="3356425"/>
              <a:ext cx="13638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rPr>
                <a:t>Development</a:t>
              </a:r>
              <a:endPara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397" name="Google Shape;1397;p75"/>
            <p:cNvSpPr txBox="1"/>
            <p:nvPr/>
          </p:nvSpPr>
          <p:spPr>
            <a:xfrm>
              <a:off x="201375" y="3698899"/>
              <a:ext cx="13638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rPr>
                <a:t>Training</a:t>
              </a:r>
              <a:endPara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398" name="Google Shape;1398;p75"/>
            <p:cNvSpPr txBox="1"/>
            <p:nvPr/>
          </p:nvSpPr>
          <p:spPr>
            <a:xfrm>
              <a:off x="201375" y="4041374"/>
              <a:ext cx="13638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rPr>
                <a:t>Assessment</a:t>
              </a:r>
              <a:endPara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399" name="Google Shape;1399;p75"/>
            <p:cNvSpPr txBox="1"/>
            <p:nvPr/>
          </p:nvSpPr>
          <p:spPr>
            <a:xfrm>
              <a:off x="201375" y="4383849"/>
              <a:ext cx="13638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rPr>
                <a:t>Documentation</a:t>
              </a:r>
              <a:endPara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cxnSp>
          <p:nvCxnSpPr>
            <p:cNvPr id="1400" name="Google Shape;1400;p75"/>
            <p:cNvCxnSpPr/>
            <p:nvPr/>
          </p:nvCxnSpPr>
          <p:spPr>
            <a:xfrm>
              <a:off x="209473" y="2234700"/>
              <a:ext cx="8541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01" name="Google Shape;1401;p75"/>
            <p:cNvCxnSpPr/>
            <p:nvPr/>
          </p:nvCxnSpPr>
          <p:spPr>
            <a:xfrm>
              <a:off x="209473" y="2577175"/>
              <a:ext cx="8541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02" name="Google Shape;1402;p75"/>
            <p:cNvCxnSpPr/>
            <p:nvPr/>
          </p:nvCxnSpPr>
          <p:spPr>
            <a:xfrm>
              <a:off x="209473" y="2919650"/>
              <a:ext cx="8541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03" name="Google Shape;1403;p75"/>
            <p:cNvCxnSpPr/>
            <p:nvPr/>
          </p:nvCxnSpPr>
          <p:spPr>
            <a:xfrm>
              <a:off x="209473" y="3262125"/>
              <a:ext cx="8541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04" name="Google Shape;1404;p75"/>
            <p:cNvCxnSpPr/>
            <p:nvPr/>
          </p:nvCxnSpPr>
          <p:spPr>
            <a:xfrm>
              <a:off x="209473" y="3604600"/>
              <a:ext cx="8541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05" name="Google Shape;1405;p75"/>
            <p:cNvCxnSpPr/>
            <p:nvPr/>
          </p:nvCxnSpPr>
          <p:spPr>
            <a:xfrm>
              <a:off x="209473" y="3947075"/>
              <a:ext cx="8541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06" name="Google Shape;1406;p75"/>
            <p:cNvCxnSpPr/>
            <p:nvPr/>
          </p:nvCxnSpPr>
          <p:spPr>
            <a:xfrm>
              <a:off x="209473" y="4289550"/>
              <a:ext cx="8541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407" name="Google Shape;1407;p75"/>
            <p:cNvSpPr txBox="1"/>
            <p:nvPr/>
          </p:nvSpPr>
          <p:spPr>
            <a:xfrm>
              <a:off x="1943878" y="1264713"/>
              <a:ext cx="16398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lt1"/>
                  </a:solidFill>
                  <a:latin typeface="Sora Medium"/>
                  <a:ea typeface="Sora Medium"/>
                  <a:cs typeface="Sora Medium"/>
                  <a:sym typeface="Sora Medium"/>
                </a:rPr>
                <a:t>Month 1</a:t>
              </a:r>
              <a:endPara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endParaRPr>
            </a:p>
          </p:txBody>
        </p:sp>
        <p:sp>
          <p:nvSpPr>
            <p:cNvPr id="1408" name="Google Shape;1408;p75"/>
            <p:cNvSpPr txBox="1"/>
            <p:nvPr/>
          </p:nvSpPr>
          <p:spPr>
            <a:xfrm>
              <a:off x="4334496" y="1264700"/>
              <a:ext cx="16398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lt1"/>
                  </a:solidFill>
                  <a:latin typeface="Sora Medium"/>
                  <a:ea typeface="Sora Medium"/>
                  <a:cs typeface="Sora Medium"/>
                  <a:sym typeface="Sora Medium"/>
                </a:rPr>
                <a:t>Month 2</a:t>
              </a:r>
              <a:endPara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endParaRPr>
            </a:p>
          </p:txBody>
        </p:sp>
        <p:sp>
          <p:nvSpPr>
            <p:cNvPr id="1409" name="Google Shape;1409;p75"/>
            <p:cNvSpPr txBox="1"/>
            <p:nvPr/>
          </p:nvSpPr>
          <p:spPr>
            <a:xfrm>
              <a:off x="6725113" y="1264713"/>
              <a:ext cx="16398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lt1"/>
                  </a:solidFill>
                  <a:latin typeface="Sora Medium"/>
                  <a:ea typeface="Sora Medium"/>
                  <a:cs typeface="Sora Medium"/>
                  <a:sym typeface="Sora Medium"/>
                </a:rPr>
                <a:t>Month 3</a:t>
              </a:r>
              <a:endPara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endParaRPr>
            </a:p>
          </p:txBody>
        </p:sp>
        <p:sp>
          <p:nvSpPr>
            <p:cNvPr id="1410" name="Google Shape;1410;p75"/>
            <p:cNvSpPr txBox="1"/>
            <p:nvPr/>
          </p:nvSpPr>
          <p:spPr>
            <a:xfrm>
              <a:off x="1661851" y="1626800"/>
              <a:ext cx="4110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rPr>
                <a:t>W1</a:t>
              </a:r>
              <a:endPara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411" name="Google Shape;1411;p75"/>
            <p:cNvSpPr txBox="1"/>
            <p:nvPr/>
          </p:nvSpPr>
          <p:spPr>
            <a:xfrm>
              <a:off x="2259446" y="1626800"/>
              <a:ext cx="4110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rPr>
                <a:t>W2</a:t>
              </a:r>
              <a:endPara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412" name="Google Shape;1412;p75"/>
            <p:cNvSpPr txBox="1"/>
            <p:nvPr/>
          </p:nvSpPr>
          <p:spPr>
            <a:xfrm>
              <a:off x="2857107" y="1626800"/>
              <a:ext cx="4110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rPr>
                <a:t>W3</a:t>
              </a:r>
              <a:endPara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413" name="Google Shape;1413;p75"/>
            <p:cNvSpPr txBox="1"/>
            <p:nvPr/>
          </p:nvSpPr>
          <p:spPr>
            <a:xfrm>
              <a:off x="3454768" y="1626800"/>
              <a:ext cx="4110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rPr>
                <a:t>W4</a:t>
              </a:r>
              <a:endPara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414" name="Google Shape;1414;p75"/>
            <p:cNvSpPr txBox="1"/>
            <p:nvPr/>
          </p:nvSpPr>
          <p:spPr>
            <a:xfrm>
              <a:off x="4052428" y="1626800"/>
              <a:ext cx="4110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rPr>
                <a:t>W1</a:t>
              </a:r>
              <a:endPara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415" name="Google Shape;1415;p75"/>
            <p:cNvSpPr txBox="1"/>
            <p:nvPr/>
          </p:nvSpPr>
          <p:spPr>
            <a:xfrm>
              <a:off x="4650024" y="1626800"/>
              <a:ext cx="4110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rPr>
                <a:t>W2</a:t>
              </a:r>
              <a:endPara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416" name="Google Shape;1416;p75"/>
            <p:cNvSpPr txBox="1"/>
            <p:nvPr/>
          </p:nvSpPr>
          <p:spPr>
            <a:xfrm>
              <a:off x="5247685" y="1626800"/>
              <a:ext cx="4110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rPr>
                <a:t>W3</a:t>
              </a:r>
              <a:endPara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417" name="Google Shape;1417;p75"/>
            <p:cNvSpPr txBox="1"/>
            <p:nvPr/>
          </p:nvSpPr>
          <p:spPr>
            <a:xfrm>
              <a:off x="5845345" y="1626800"/>
              <a:ext cx="4110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rPr>
                <a:t>W4</a:t>
              </a:r>
              <a:endPara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418" name="Google Shape;1418;p75"/>
            <p:cNvSpPr txBox="1"/>
            <p:nvPr/>
          </p:nvSpPr>
          <p:spPr>
            <a:xfrm>
              <a:off x="6443019" y="1626800"/>
              <a:ext cx="4110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rPr>
                <a:t>W1</a:t>
              </a:r>
              <a:endPara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419" name="Google Shape;1419;p75"/>
            <p:cNvSpPr txBox="1"/>
            <p:nvPr/>
          </p:nvSpPr>
          <p:spPr>
            <a:xfrm>
              <a:off x="7040615" y="1626800"/>
              <a:ext cx="4110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rPr>
                <a:t>W2</a:t>
              </a:r>
              <a:endPara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420" name="Google Shape;1420;p75"/>
            <p:cNvSpPr txBox="1"/>
            <p:nvPr/>
          </p:nvSpPr>
          <p:spPr>
            <a:xfrm>
              <a:off x="7638275" y="1626800"/>
              <a:ext cx="4110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rPr>
                <a:t>W3</a:t>
              </a:r>
              <a:endPara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421" name="Google Shape;1421;p75"/>
            <p:cNvSpPr txBox="1"/>
            <p:nvPr/>
          </p:nvSpPr>
          <p:spPr>
            <a:xfrm>
              <a:off x="8235936" y="1626800"/>
              <a:ext cx="4110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rPr>
                <a:t>W4</a:t>
              </a:r>
              <a:endPara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cxnSp>
          <p:nvCxnSpPr>
            <p:cNvPr id="1422" name="Google Shape;1422;p75"/>
            <p:cNvCxnSpPr/>
            <p:nvPr/>
          </p:nvCxnSpPr>
          <p:spPr>
            <a:xfrm rot="10800000">
              <a:off x="3951450" y="1226200"/>
              <a:ext cx="0" cy="3405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23" name="Google Shape;1423;p75"/>
            <p:cNvCxnSpPr/>
            <p:nvPr/>
          </p:nvCxnSpPr>
          <p:spPr>
            <a:xfrm rot="10800000">
              <a:off x="6349725" y="1226200"/>
              <a:ext cx="0" cy="3405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424" name="Google Shape;1424;p75"/>
            <p:cNvGrpSpPr/>
            <p:nvPr/>
          </p:nvGrpSpPr>
          <p:grpSpPr>
            <a:xfrm>
              <a:off x="4421619" y="1950499"/>
              <a:ext cx="255566" cy="225899"/>
              <a:chOff x="8091822" y="285291"/>
              <a:chExt cx="170400" cy="170400"/>
            </a:xfrm>
          </p:grpSpPr>
          <p:sp>
            <p:nvSpPr>
              <p:cNvPr id="1425" name="Google Shape;1425;p75"/>
              <p:cNvSpPr/>
              <p:nvPr/>
            </p:nvSpPr>
            <p:spPr>
              <a:xfrm>
                <a:off x="8091822" y="285291"/>
                <a:ext cx="170400" cy="1704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800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pic>
            <p:nvPicPr>
              <p:cNvPr id="1426" name="Google Shape;1426;p75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8130631" y="324098"/>
                <a:ext cx="92779" cy="9277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427" name="Google Shape;1427;p75"/>
            <p:cNvGrpSpPr/>
            <p:nvPr/>
          </p:nvGrpSpPr>
          <p:grpSpPr>
            <a:xfrm>
              <a:off x="6817099" y="2977949"/>
              <a:ext cx="255566" cy="225899"/>
              <a:chOff x="8091822" y="285291"/>
              <a:chExt cx="170400" cy="170400"/>
            </a:xfrm>
          </p:grpSpPr>
          <p:sp>
            <p:nvSpPr>
              <p:cNvPr id="1428" name="Google Shape;1428;p75"/>
              <p:cNvSpPr/>
              <p:nvPr/>
            </p:nvSpPr>
            <p:spPr>
              <a:xfrm>
                <a:off x="8091822" y="285291"/>
                <a:ext cx="170400" cy="1704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800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pic>
            <p:nvPicPr>
              <p:cNvPr id="1429" name="Google Shape;1429;p75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8130631" y="324098"/>
                <a:ext cx="92779" cy="9277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430" name="Google Shape;1430;p75"/>
            <p:cNvGrpSpPr/>
            <p:nvPr/>
          </p:nvGrpSpPr>
          <p:grpSpPr>
            <a:xfrm>
              <a:off x="4421619" y="3320411"/>
              <a:ext cx="255566" cy="225899"/>
              <a:chOff x="8091822" y="285291"/>
              <a:chExt cx="170400" cy="170400"/>
            </a:xfrm>
          </p:grpSpPr>
          <p:sp>
            <p:nvSpPr>
              <p:cNvPr id="1431" name="Google Shape;1431;p75"/>
              <p:cNvSpPr/>
              <p:nvPr/>
            </p:nvSpPr>
            <p:spPr>
              <a:xfrm>
                <a:off x="8091822" y="285291"/>
                <a:ext cx="170400" cy="1704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800">
                  <a:solidFill>
                    <a:schemeClr val="dk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pic>
            <p:nvPicPr>
              <p:cNvPr id="1432" name="Google Shape;1432;p75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8130631" y="324098"/>
                <a:ext cx="92779" cy="9277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433" name="Google Shape;1433;p75"/>
            <p:cNvSpPr/>
            <p:nvPr/>
          </p:nvSpPr>
          <p:spPr>
            <a:xfrm>
              <a:off x="1621650" y="1942575"/>
              <a:ext cx="2763300" cy="2337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rPr>
                <a:t>START DATE - END DATE</a:t>
              </a:r>
              <a:endPara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434" name="Google Shape;1434;p75"/>
            <p:cNvSpPr/>
            <p:nvPr/>
          </p:nvSpPr>
          <p:spPr>
            <a:xfrm>
              <a:off x="3951450" y="2974050"/>
              <a:ext cx="2822400" cy="2337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rPr>
                <a:t>START DATE - END DATE</a:t>
              </a:r>
              <a:endPara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435" name="Google Shape;1435;p75"/>
            <p:cNvSpPr/>
            <p:nvPr/>
          </p:nvSpPr>
          <p:spPr>
            <a:xfrm>
              <a:off x="1621650" y="3316525"/>
              <a:ext cx="2763300" cy="2337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rPr>
                <a:t>START DATE - END DATE</a:t>
              </a:r>
              <a:endPara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436" name="Google Shape;1436;p75"/>
            <p:cNvSpPr/>
            <p:nvPr/>
          </p:nvSpPr>
          <p:spPr>
            <a:xfrm>
              <a:off x="1620075" y="3658988"/>
              <a:ext cx="2763300" cy="2337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accent6"/>
                </a:gs>
                <a:gs pos="37000">
                  <a:schemeClr val="lt2"/>
                </a:gs>
                <a:gs pos="92000">
                  <a:schemeClr val="accent1"/>
                </a:gs>
                <a:gs pos="100000">
                  <a:schemeClr val="accent1"/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rPr>
                <a:t>START DATE - END DATE</a:t>
              </a:r>
              <a:endPara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437" name="Google Shape;1437;p75"/>
            <p:cNvSpPr/>
            <p:nvPr/>
          </p:nvSpPr>
          <p:spPr>
            <a:xfrm>
              <a:off x="5894200" y="4001450"/>
              <a:ext cx="2763300" cy="2337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accent6"/>
                </a:gs>
                <a:gs pos="37000">
                  <a:schemeClr val="lt2"/>
                </a:gs>
                <a:gs pos="92000">
                  <a:schemeClr val="accent1"/>
                </a:gs>
                <a:gs pos="100000">
                  <a:schemeClr val="accent1"/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rPr>
                <a:t>START DATE - END DATE</a:t>
              </a:r>
              <a:endPara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438" name="Google Shape;1438;p75"/>
            <p:cNvSpPr/>
            <p:nvPr/>
          </p:nvSpPr>
          <p:spPr>
            <a:xfrm>
              <a:off x="4015775" y="4343950"/>
              <a:ext cx="4646700" cy="2337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accent6"/>
                </a:gs>
                <a:gs pos="37000">
                  <a:schemeClr val="lt2"/>
                </a:gs>
                <a:gs pos="92000">
                  <a:schemeClr val="accent1"/>
                </a:gs>
                <a:gs pos="100000">
                  <a:schemeClr val="accent1"/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rPr>
                <a:t>START DATE - END DATE</a:t>
              </a:r>
              <a:endPara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439" name="Google Shape;1439;p75"/>
            <p:cNvSpPr/>
            <p:nvPr/>
          </p:nvSpPr>
          <p:spPr>
            <a:xfrm>
              <a:off x="1628100" y="2289088"/>
              <a:ext cx="4646700" cy="2337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accent6"/>
                </a:gs>
                <a:gs pos="37000">
                  <a:schemeClr val="lt2"/>
                </a:gs>
                <a:gs pos="92000">
                  <a:schemeClr val="accent1"/>
                </a:gs>
                <a:gs pos="100000">
                  <a:schemeClr val="accent1"/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rPr>
                <a:t>START DATE - END DATE</a:t>
              </a:r>
              <a:endPara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440" name="Google Shape;1440;p75"/>
            <p:cNvSpPr/>
            <p:nvPr/>
          </p:nvSpPr>
          <p:spPr>
            <a:xfrm>
              <a:off x="1634100" y="2631550"/>
              <a:ext cx="7042200" cy="2337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accent6"/>
                </a:gs>
                <a:gs pos="37000">
                  <a:schemeClr val="lt2"/>
                </a:gs>
                <a:gs pos="92000">
                  <a:schemeClr val="accent1"/>
                </a:gs>
                <a:gs pos="100000">
                  <a:schemeClr val="accent1"/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rPr>
                <a:t>START DATE - END DATE</a:t>
              </a:r>
              <a:endPara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1441" name="Google Shape;1441;p75"/>
          <p:cNvSpPr txBox="1"/>
          <p:nvPr>
            <p:ph idx="2" type="title"/>
          </p:nvPr>
        </p:nvSpPr>
        <p:spPr>
          <a:xfrm>
            <a:off x="115025" y="502775"/>
            <a:ext cx="58290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Roadmap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5" name="Shape 1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46" name="Google Shape;1446;p76"/>
          <p:cNvCxnSpPr/>
          <p:nvPr/>
        </p:nvCxnSpPr>
        <p:spPr>
          <a:xfrm>
            <a:off x="526450" y="2378950"/>
            <a:ext cx="7683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47" name="Google Shape;1447;p76"/>
          <p:cNvSpPr/>
          <p:nvPr/>
        </p:nvSpPr>
        <p:spPr>
          <a:xfrm>
            <a:off x="2193888" y="2198351"/>
            <a:ext cx="361200" cy="361200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>
            <a:outerShdw blurRad="328613" rotWithShape="0" algn="bl" dir="2700000" dist="28575">
              <a:schemeClr val="accent4">
                <a:alpha val="56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448" name="Google Shape;1448;p76"/>
          <p:cNvSpPr/>
          <p:nvPr/>
        </p:nvSpPr>
        <p:spPr>
          <a:xfrm>
            <a:off x="4058675" y="2198351"/>
            <a:ext cx="361200" cy="361200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342900" rotWithShape="0" algn="bl" dir="5400000" dist="38100">
              <a:schemeClr val="accent3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449" name="Google Shape;1449;p76"/>
          <p:cNvSpPr/>
          <p:nvPr/>
        </p:nvSpPr>
        <p:spPr>
          <a:xfrm>
            <a:off x="5932600" y="2198358"/>
            <a:ext cx="361200" cy="361200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outerShdw blurRad="485775" rotWithShape="0" algn="bl" dir="7800000" dist="76200">
              <a:schemeClr val="accent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450" name="Google Shape;1450;p76"/>
          <p:cNvSpPr/>
          <p:nvPr/>
        </p:nvSpPr>
        <p:spPr>
          <a:xfrm>
            <a:off x="7806529" y="1965848"/>
            <a:ext cx="825900" cy="826200"/>
          </a:xfrm>
          <a:prstGeom prst="ellipse">
            <a:avLst/>
          </a:prstGeom>
          <a:solidFill>
            <a:schemeClr val="lt2"/>
          </a:solidFill>
          <a:ln>
            <a:noFill/>
          </a:ln>
          <a:effectLst>
            <a:outerShdw blurRad="342900" rotWithShape="0" algn="bl" dir="5400000" dist="38100">
              <a:schemeClr val="accen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451" name="Google Shape;1451;p76"/>
          <p:cNvSpPr txBox="1"/>
          <p:nvPr/>
        </p:nvSpPr>
        <p:spPr>
          <a:xfrm>
            <a:off x="1961538" y="1733525"/>
            <a:ext cx="825900" cy="36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rPr>
              <a:t>Step </a:t>
            </a:r>
            <a:r>
              <a:rPr lang="en"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rPr>
              <a:t>1</a:t>
            </a:r>
            <a:endParaRPr sz="1200">
              <a:solidFill>
                <a:schemeClr val="lt1"/>
              </a:solidFill>
              <a:latin typeface="Sora Medium"/>
              <a:ea typeface="Sora Medium"/>
              <a:cs typeface="Sora Medium"/>
              <a:sym typeface="Sora Medium"/>
            </a:endParaRPr>
          </a:p>
        </p:txBody>
      </p:sp>
      <p:sp>
        <p:nvSpPr>
          <p:cNvPr id="1452" name="Google Shape;1452;p76"/>
          <p:cNvSpPr txBox="1"/>
          <p:nvPr/>
        </p:nvSpPr>
        <p:spPr>
          <a:xfrm>
            <a:off x="3826325" y="1733525"/>
            <a:ext cx="825900" cy="36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rPr>
              <a:t>Step </a:t>
            </a:r>
            <a:r>
              <a:rPr lang="en"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rPr>
              <a:t>2</a:t>
            </a:r>
            <a:endParaRPr sz="1200">
              <a:solidFill>
                <a:schemeClr val="lt1"/>
              </a:solidFill>
              <a:latin typeface="Sora Medium"/>
              <a:ea typeface="Sora Medium"/>
              <a:cs typeface="Sora Medium"/>
              <a:sym typeface="Sora Medium"/>
            </a:endParaRPr>
          </a:p>
        </p:txBody>
      </p:sp>
      <p:sp>
        <p:nvSpPr>
          <p:cNvPr id="1453" name="Google Shape;1453;p76"/>
          <p:cNvSpPr txBox="1"/>
          <p:nvPr/>
        </p:nvSpPr>
        <p:spPr>
          <a:xfrm>
            <a:off x="5700250" y="1696875"/>
            <a:ext cx="825900" cy="36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rPr>
              <a:t>Step </a:t>
            </a:r>
            <a:r>
              <a:rPr lang="en"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rPr>
              <a:t>3</a:t>
            </a:r>
            <a:endParaRPr sz="1200">
              <a:solidFill>
                <a:schemeClr val="lt1"/>
              </a:solidFill>
              <a:latin typeface="Sora Medium"/>
              <a:ea typeface="Sora Medium"/>
              <a:cs typeface="Sora Medium"/>
              <a:sym typeface="Sora Medium"/>
            </a:endParaRPr>
          </a:p>
        </p:txBody>
      </p:sp>
      <p:sp>
        <p:nvSpPr>
          <p:cNvPr id="1454" name="Google Shape;1454;p76"/>
          <p:cNvSpPr/>
          <p:nvPr/>
        </p:nvSpPr>
        <p:spPr>
          <a:xfrm>
            <a:off x="470109" y="2278000"/>
            <a:ext cx="201900" cy="201900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455" name="Google Shape;1455;p76"/>
          <p:cNvSpPr txBox="1"/>
          <p:nvPr/>
        </p:nvSpPr>
        <p:spPr>
          <a:xfrm>
            <a:off x="1850688" y="2758400"/>
            <a:ext cx="1047600" cy="36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rPr>
              <a:t>Date</a:t>
            </a:r>
            <a:endParaRPr sz="1200">
              <a:solidFill>
                <a:schemeClr val="lt1"/>
              </a:solidFill>
              <a:latin typeface="Sora Medium"/>
              <a:ea typeface="Sora Medium"/>
              <a:cs typeface="Sora Medium"/>
              <a:sym typeface="Sora Medium"/>
            </a:endParaRPr>
          </a:p>
        </p:txBody>
      </p:sp>
      <p:sp>
        <p:nvSpPr>
          <p:cNvPr id="1456" name="Google Shape;1456;p76"/>
          <p:cNvSpPr txBox="1"/>
          <p:nvPr/>
        </p:nvSpPr>
        <p:spPr>
          <a:xfrm>
            <a:off x="1641153" y="3119600"/>
            <a:ext cx="1466700" cy="10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Sora Light"/>
                <a:ea typeface="Sora Light"/>
                <a:cs typeface="Sora Light"/>
                <a:sym typeface="Sora Light"/>
              </a:rPr>
              <a:t>Describe an upcoming phase in the </a:t>
            </a:r>
            <a:r>
              <a:rPr lang="en" sz="1000">
                <a:solidFill>
                  <a:schemeClr val="lt1"/>
                </a:solidFill>
                <a:latin typeface="Sora Light"/>
                <a:ea typeface="Sora Light"/>
                <a:cs typeface="Sora Light"/>
                <a:sym typeface="Sora Light"/>
              </a:rPr>
              <a:t>p</a:t>
            </a:r>
            <a:r>
              <a:rPr lang="en" sz="1000">
                <a:solidFill>
                  <a:schemeClr val="lt1"/>
                </a:solidFill>
                <a:latin typeface="Sora Light"/>
                <a:ea typeface="Sora Light"/>
                <a:cs typeface="Sora Light"/>
                <a:sym typeface="Sora Light"/>
              </a:rPr>
              <a:t>roject.</a:t>
            </a:r>
            <a:endParaRPr sz="1000">
              <a:solidFill>
                <a:schemeClr val="lt1"/>
              </a:solidFill>
              <a:latin typeface="Sora Light"/>
              <a:ea typeface="Sora Light"/>
              <a:cs typeface="Sora Light"/>
              <a:sym typeface="Sora Light"/>
            </a:endParaRPr>
          </a:p>
        </p:txBody>
      </p:sp>
      <p:sp>
        <p:nvSpPr>
          <p:cNvPr id="1457" name="Google Shape;1457;p76"/>
          <p:cNvSpPr txBox="1"/>
          <p:nvPr/>
        </p:nvSpPr>
        <p:spPr>
          <a:xfrm>
            <a:off x="3715475" y="2758400"/>
            <a:ext cx="1047600" cy="36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rPr>
              <a:t>Date</a:t>
            </a:r>
            <a:endParaRPr sz="1200">
              <a:solidFill>
                <a:schemeClr val="lt1"/>
              </a:solidFill>
              <a:latin typeface="Sora Medium"/>
              <a:ea typeface="Sora Medium"/>
              <a:cs typeface="Sora Medium"/>
              <a:sym typeface="Sora Medium"/>
            </a:endParaRPr>
          </a:p>
        </p:txBody>
      </p:sp>
      <p:sp>
        <p:nvSpPr>
          <p:cNvPr id="1458" name="Google Shape;1458;p76"/>
          <p:cNvSpPr txBox="1"/>
          <p:nvPr/>
        </p:nvSpPr>
        <p:spPr>
          <a:xfrm>
            <a:off x="108600" y="2600575"/>
            <a:ext cx="924900" cy="73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Sora Light"/>
                <a:ea typeface="Sora Light"/>
                <a:cs typeface="Sora Light"/>
                <a:sym typeface="Sora Light"/>
              </a:rPr>
              <a:t>Project start date</a:t>
            </a:r>
            <a:endParaRPr sz="1000">
              <a:solidFill>
                <a:schemeClr val="lt1"/>
              </a:solidFill>
              <a:latin typeface="Sora Light"/>
              <a:ea typeface="Sora Light"/>
              <a:cs typeface="Sora Light"/>
              <a:sym typeface="Sora Light"/>
            </a:endParaRPr>
          </a:p>
        </p:txBody>
      </p:sp>
      <p:sp>
        <p:nvSpPr>
          <p:cNvPr id="1459" name="Google Shape;1459;p76"/>
          <p:cNvSpPr txBox="1"/>
          <p:nvPr/>
        </p:nvSpPr>
        <p:spPr>
          <a:xfrm>
            <a:off x="5589400" y="2758400"/>
            <a:ext cx="1047600" cy="36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rPr>
              <a:t>Date</a:t>
            </a:r>
            <a:endParaRPr sz="1200">
              <a:solidFill>
                <a:schemeClr val="lt1"/>
              </a:solidFill>
              <a:latin typeface="Sora Medium"/>
              <a:ea typeface="Sora Medium"/>
              <a:cs typeface="Sora Medium"/>
              <a:sym typeface="Sora Medium"/>
            </a:endParaRPr>
          </a:p>
        </p:txBody>
      </p:sp>
      <p:sp>
        <p:nvSpPr>
          <p:cNvPr id="1460" name="Google Shape;1460;p76"/>
          <p:cNvSpPr txBox="1"/>
          <p:nvPr/>
        </p:nvSpPr>
        <p:spPr>
          <a:xfrm>
            <a:off x="7806525" y="1372325"/>
            <a:ext cx="825900" cy="36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rPr>
              <a:t>Final Step</a:t>
            </a:r>
            <a:endParaRPr sz="1200">
              <a:solidFill>
                <a:schemeClr val="lt1"/>
              </a:solidFill>
              <a:latin typeface="Sora Medium"/>
              <a:ea typeface="Sora Medium"/>
              <a:cs typeface="Sora Medium"/>
              <a:sym typeface="Sora Medium"/>
            </a:endParaRPr>
          </a:p>
        </p:txBody>
      </p:sp>
      <p:sp>
        <p:nvSpPr>
          <p:cNvPr id="1461" name="Google Shape;1461;p76"/>
          <p:cNvSpPr txBox="1"/>
          <p:nvPr/>
        </p:nvSpPr>
        <p:spPr>
          <a:xfrm>
            <a:off x="7695675" y="2873575"/>
            <a:ext cx="1047600" cy="36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rPr>
              <a:t>Date</a:t>
            </a:r>
            <a:endParaRPr sz="1200">
              <a:solidFill>
                <a:schemeClr val="lt1"/>
              </a:solidFill>
              <a:latin typeface="Sora Medium"/>
              <a:ea typeface="Sora Medium"/>
              <a:cs typeface="Sora Medium"/>
              <a:sym typeface="Sora Medium"/>
            </a:endParaRPr>
          </a:p>
        </p:txBody>
      </p:sp>
      <p:sp>
        <p:nvSpPr>
          <p:cNvPr id="1462" name="Google Shape;1462;p76"/>
          <p:cNvSpPr txBox="1"/>
          <p:nvPr/>
        </p:nvSpPr>
        <p:spPr>
          <a:xfrm>
            <a:off x="7640325" y="3245838"/>
            <a:ext cx="1158300" cy="10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Sora Light"/>
                <a:ea typeface="Sora Light"/>
                <a:cs typeface="Sora Light"/>
                <a:sym typeface="Sora Light"/>
              </a:rPr>
              <a:t>Duplicate this slide if you need more steps. </a:t>
            </a:r>
            <a:endParaRPr sz="1000">
              <a:solidFill>
                <a:schemeClr val="lt1"/>
              </a:solidFill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Sora Light"/>
              <a:ea typeface="Sora Light"/>
              <a:cs typeface="Sora Light"/>
              <a:sym typeface="Sora Light"/>
            </a:endParaRPr>
          </a:p>
        </p:txBody>
      </p:sp>
      <p:sp>
        <p:nvSpPr>
          <p:cNvPr id="1463" name="Google Shape;1463;p76"/>
          <p:cNvSpPr txBox="1"/>
          <p:nvPr/>
        </p:nvSpPr>
        <p:spPr>
          <a:xfrm>
            <a:off x="3505928" y="3119600"/>
            <a:ext cx="1466700" cy="10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Sora Light"/>
                <a:ea typeface="Sora Light"/>
                <a:cs typeface="Sora Light"/>
                <a:sym typeface="Sora Light"/>
              </a:rPr>
              <a:t>Steps can include further deliverables, team check-ins, etc.</a:t>
            </a:r>
            <a:endParaRPr sz="1000">
              <a:solidFill>
                <a:schemeClr val="lt1"/>
              </a:solidFill>
              <a:latin typeface="Sora Light"/>
              <a:ea typeface="Sora Light"/>
              <a:cs typeface="Sora Light"/>
              <a:sym typeface="Sora Light"/>
            </a:endParaRPr>
          </a:p>
        </p:txBody>
      </p:sp>
      <p:sp>
        <p:nvSpPr>
          <p:cNvPr id="1464" name="Google Shape;1464;p76"/>
          <p:cNvSpPr txBox="1"/>
          <p:nvPr/>
        </p:nvSpPr>
        <p:spPr>
          <a:xfrm>
            <a:off x="5347353" y="3119600"/>
            <a:ext cx="1466700" cy="10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Sora Light"/>
                <a:ea typeface="Sora Light"/>
                <a:cs typeface="Sora Light"/>
                <a:sym typeface="Sora Light"/>
              </a:rPr>
              <a:t>Extensions of the current project, client </a:t>
            </a:r>
            <a:r>
              <a:rPr lang="en" sz="1000">
                <a:solidFill>
                  <a:schemeClr val="lt1"/>
                </a:solidFill>
                <a:latin typeface="Sora Light"/>
                <a:ea typeface="Sora Light"/>
                <a:cs typeface="Sora Light"/>
                <a:sym typeface="Sora Light"/>
              </a:rPr>
              <a:t>meetings</a:t>
            </a:r>
            <a:r>
              <a:rPr lang="en" sz="1000">
                <a:solidFill>
                  <a:schemeClr val="lt1"/>
                </a:solidFill>
                <a:latin typeface="Sora Light"/>
                <a:ea typeface="Sora Light"/>
                <a:cs typeface="Sora Light"/>
                <a:sym typeface="Sora Light"/>
              </a:rPr>
              <a:t>, etc.</a:t>
            </a:r>
            <a:endParaRPr sz="1000">
              <a:solidFill>
                <a:schemeClr val="lt1"/>
              </a:solidFill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Sora Light"/>
              <a:ea typeface="Sora Light"/>
              <a:cs typeface="Sora Light"/>
              <a:sym typeface="Sora Light"/>
            </a:endParaRPr>
          </a:p>
        </p:txBody>
      </p:sp>
      <p:sp>
        <p:nvSpPr>
          <p:cNvPr id="1465" name="Google Shape;1465;p76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Year/Quarter/Month</a:t>
            </a:r>
            <a:endParaRPr/>
          </a:p>
        </p:txBody>
      </p:sp>
      <p:sp>
        <p:nvSpPr>
          <p:cNvPr id="1466" name="Google Shape;1466;p76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1467" name="Google Shape;1467;p76"/>
          <p:cNvSpPr txBox="1"/>
          <p:nvPr>
            <p:ph idx="2" type="title"/>
          </p:nvPr>
        </p:nvSpPr>
        <p:spPr>
          <a:xfrm>
            <a:off x="115025" y="502775"/>
            <a:ext cx="39417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steps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1" name="Shape 1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2" name="Google Shape;1472;p77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Year/Quarter/Month</a:t>
            </a:r>
            <a:endParaRPr/>
          </a:p>
        </p:txBody>
      </p:sp>
      <p:sp>
        <p:nvSpPr>
          <p:cNvPr id="1473" name="Google Shape;1473;p77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1474" name="Google Shape;1474;p77"/>
          <p:cNvSpPr txBox="1"/>
          <p:nvPr>
            <p:ph idx="8" type="title"/>
          </p:nvPr>
        </p:nvSpPr>
        <p:spPr>
          <a:xfrm>
            <a:off x="2134625" y="1914525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Name of step 1</a:t>
            </a:r>
            <a:endParaRPr/>
          </a:p>
        </p:txBody>
      </p:sp>
      <p:sp>
        <p:nvSpPr>
          <p:cNvPr id="1475" name="Google Shape;1475;p77"/>
          <p:cNvSpPr txBox="1"/>
          <p:nvPr>
            <p:ph idx="1" type="body"/>
          </p:nvPr>
        </p:nvSpPr>
        <p:spPr>
          <a:xfrm>
            <a:off x="5788075" y="1906850"/>
            <a:ext cx="3021300" cy="82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Describe the current phase of this </a:t>
            </a:r>
            <a:r>
              <a:rPr lang="en"/>
              <a:t>project.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6" name="Google Shape;1476;p77"/>
          <p:cNvSpPr txBox="1"/>
          <p:nvPr>
            <p:ph idx="9" type="title"/>
          </p:nvPr>
        </p:nvSpPr>
        <p:spPr>
          <a:xfrm>
            <a:off x="525175" y="1914525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DATE</a:t>
            </a:r>
            <a:endParaRPr/>
          </a:p>
        </p:txBody>
      </p:sp>
      <p:sp>
        <p:nvSpPr>
          <p:cNvPr id="1477" name="Google Shape;1477;p77"/>
          <p:cNvSpPr txBox="1"/>
          <p:nvPr>
            <p:ph type="title"/>
          </p:nvPr>
        </p:nvSpPr>
        <p:spPr>
          <a:xfrm>
            <a:off x="2134625" y="2853988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Name of step 2</a:t>
            </a:r>
            <a:endParaRPr/>
          </a:p>
        </p:txBody>
      </p:sp>
      <p:sp>
        <p:nvSpPr>
          <p:cNvPr id="1478" name="Google Shape;1478;p77"/>
          <p:cNvSpPr txBox="1"/>
          <p:nvPr>
            <p:ph idx="2" type="body"/>
          </p:nvPr>
        </p:nvSpPr>
        <p:spPr>
          <a:xfrm>
            <a:off x="5788075" y="2855650"/>
            <a:ext cx="3021300" cy="814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Describe an upcoming step, such as </a:t>
            </a:r>
            <a:r>
              <a:rPr lang="en"/>
              <a:t>further </a:t>
            </a:r>
            <a:r>
              <a:rPr lang="en"/>
              <a:t>deliver</a:t>
            </a:r>
            <a:r>
              <a:rPr lang="en"/>
              <a:t>ables, check-ins, extensions of the current project, etc.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9" name="Google Shape;1479;p77"/>
          <p:cNvSpPr txBox="1"/>
          <p:nvPr>
            <p:ph idx="3" type="title"/>
          </p:nvPr>
        </p:nvSpPr>
        <p:spPr>
          <a:xfrm>
            <a:off x="525175" y="2853988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DATE</a:t>
            </a:r>
            <a:endParaRPr/>
          </a:p>
        </p:txBody>
      </p:sp>
      <p:sp>
        <p:nvSpPr>
          <p:cNvPr id="1480" name="Google Shape;1480;p77"/>
          <p:cNvSpPr txBox="1"/>
          <p:nvPr>
            <p:ph idx="4" type="title"/>
          </p:nvPr>
        </p:nvSpPr>
        <p:spPr>
          <a:xfrm>
            <a:off x="2134625" y="3793475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Name of step 3</a:t>
            </a:r>
            <a:endParaRPr/>
          </a:p>
        </p:txBody>
      </p:sp>
      <p:sp>
        <p:nvSpPr>
          <p:cNvPr id="1481" name="Google Shape;1481;p77"/>
          <p:cNvSpPr txBox="1"/>
          <p:nvPr>
            <p:ph idx="5" type="body"/>
          </p:nvPr>
        </p:nvSpPr>
        <p:spPr>
          <a:xfrm>
            <a:off x="5788075" y="3793450"/>
            <a:ext cx="3021300" cy="83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as many steps as you want. Duplicate this slide if you need more.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2" name="Google Shape;1482;p77"/>
          <p:cNvSpPr txBox="1"/>
          <p:nvPr>
            <p:ph idx="6" type="title"/>
          </p:nvPr>
        </p:nvSpPr>
        <p:spPr>
          <a:xfrm>
            <a:off x="525175" y="3793475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DATE</a:t>
            </a:r>
            <a:endParaRPr/>
          </a:p>
        </p:txBody>
      </p:sp>
      <p:sp>
        <p:nvSpPr>
          <p:cNvPr id="1483" name="Google Shape;1483;p77"/>
          <p:cNvSpPr/>
          <p:nvPr/>
        </p:nvSpPr>
        <p:spPr>
          <a:xfrm>
            <a:off x="3918675" y="1945113"/>
            <a:ext cx="1408800" cy="3000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accent2"/>
              </a:gs>
              <a:gs pos="40000">
                <a:schemeClr val="accent2"/>
              </a:gs>
              <a:gs pos="100000">
                <a:schemeClr val="lt2"/>
              </a:gs>
            </a:gsLst>
            <a:lin ang="2698631" scaled="0"/>
          </a:gradFill>
          <a:ln>
            <a:noFill/>
          </a:ln>
          <a:effectLst>
            <a:outerShdw blurRad="357188" rotWithShape="0" algn="bl">
              <a:schemeClr val="lt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We’re here!</a:t>
            </a:r>
            <a:endParaRPr sz="1200">
              <a:solidFill>
                <a:schemeClr val="dk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1484" name="Google Shape;1484;p77"/>
          <p:cNvSpPr txBox="1"/>
          <p:nvPr>
            <p:ph idx="13" type="title"/>
          </p:nvPr>
        </p:nvSpPr>
        <p:spPr>
          <a:xfrm>
            <a:off x="115025" y="502775"/>
            <a:ext cx="39417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steps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8" name="Shape 1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9" name="Google Shape;1489;p78"/>
          <p:cNvSpPr txBox="1"/>
          <p:nvPr>
            <p:ph type="title"/>
          </p:nvPr>
        </p:nvSpPr>
        <p:spPr>
          <a:xfrm>
            <a:off x="163725" y="2947825"/>
            <a:ext cx="6637500" cy="149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Any questions?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Ask away!</a:t>
            </a:r>
            <a:endParaRPr/>
          </a:p>
        </p:txBody>
      </p:sp>
      <p:sp>
        <p:nvSpPr>
          <p:cNvPr id="1490" name="Google Shape;1490;p78"/>
          <p:cNvSpPr txBox="1"/>
          <p:nvPr>
            <p:ph idx="1" type="subTitle"/>
          </p:nvPr>
        </p:nvSpPr>
        <p:spPr>
          <a:xfrm>
            <a:off x="163725" y="1184350"/>
            <a:ext cx="3336600" cy="15822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Let's discuss any doubts or concerns.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/>
              <a:t>If something comes up later, contact </a:t>
            </a:r>
            <a:r>
              <a:rPr lang="en"/>
              <a:t>name</a:t>
            </a:r>
            <a:r>
              <a:rPr lang="en"/>
              <a:t>@example.com</a:t>
            </a:r>
            <a:endParaRPr/>
          </a:p>
        </p:txBody>
      </p:sp>
      <p:sp>
        <p:nvSpPr>
          <p:cNvPr id="1491" name="Google Shape;1491;p78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1492" name="Google Shape;1492;p78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Year/Quarter/Month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6" name="Shape 1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7" name="Google Shape;1497;p79"/>
          <p:cNvSpPr txBox="1"/>
          <p:nvPr>
            <p:ph type="title"/>
          </p:nvPr>
        </p:nvSpPr>
        <p:spPr>
          <a:xfrm>
            <a:off x="2662050" y="1569925"/>
            <a:ext cx="3819900" cy="10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OMETRIC OVERLAYS">
  <a:themeElements>
    <a:clrScheme name="Simple Light">
      <a:dk1>
        <a:srgbClr val="FFFFFF"/>
      </a:dk1>
      <a:lt1>
        <a:srgbClr val="353535"/>
      </a:lt1>
      <a:dk2>
        <a:srgbClr val="E3DFD6"/>
      </a:dk2>
      <a:lt2>
        <a:srgbClr val="F0B03B"/>
      </a:lt2>
      <a:accent1>
        <a:srgbClr val="FFEB67"/>
      </a:accent1>
      <a:accent2>
        <a:srgbClr val="FF5777"/>
      </a:accent2>
      <a:accent3>
        <a:srgbClr val="41CC6B"/>
      </a:accent3>
      <a:accent4>
        <a:srgbClr val="4285F4"/>
      </a:accent4>
      <a:accent5>
        <a:srgbClr val="69615E"/>
      </a:accent5>
      <a:accent6>
        <a:srgbClr val="FF866D"/>
      </a:accent6>
      <a:hlink>
        <a:srgbClr val="2A292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